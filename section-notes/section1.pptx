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74_7C920634.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58" r:id="rId2"/>
    <p:sldId id="365" r:id="rId3"/>
    <p:sldId id="368" r:id="rId4"/>
    <p:sldId id="375" r:id="rId5"/>
    <p:sldId id="369" r:id="rId6"/>
    <p:sldId id="370" r:id="rId7"/>
    <p:sldId id="371" r:id="rId8"/>
    <p:sldId id="373" r:id="rId9"/>
    <p:sldId id="374" r:id="rId10"/>
    <p:sldId id="372" r:id="rId11"/>
    <p:sldId id="376" r:id="rId12"/>
    <p:sldId id="377" r:id="rId13"/>
    <p:sldId id="378" r:id="rId14"/>
    <p:sldId id="379" r:id="rId15"/>
    <p:sldId id="380" r:id="rId16"/>
    <p:sldId id="381" r:id="rId17"/>
    <p:sldId id="382" r:id="rId18"/>
    <p:sldId id="384" r:id="rId19"/>
    <p:sldId id="385" r:id="rId20"/>
    <p:sldId id="386" r:id="rId21"/>
    <p:sldId id="387" r:id="rId22"/>
    <p:sldId id="388" r:id="rId23"/>
    <p:sldId id="38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24" userDrawn="1">
          <p15:clr>
            <a:srgbClr val="A4A3A4"/>
          </p15:clr>
        </p15:guide>
        <p15:guide id="2" pos="3984" userDrawn="1">
          <p15:clr>
            <a:srgbClr val="A4A3A4"/>
          </p15:clr>
        </p15:guide>
        <p15:guide id="3" pos="583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FEE694A-C7CA-9CA0-6B18-B493EEAD6E6F}" name="AbdElrahman Ahmed Rabea" initials="ع" userId="S::AbdoRabei@std.mans.edu.eg::07f03c0e-7771-45d6-9a1e-c1156021a6b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1C5"/>
    <a:srgbClr val="008EF8"/>
    <a:srgbClr val="CBEEFB"/>
    <a:srgbClr val="5FBBFF"/>
    <a:srgbClr val="E7E7E7"/>
    <a:srgbClr val="333333"/>
    <a:srgbClr val="F0F0F0"/>
    <a:srgbClr val="2CA5FF"/>
    <a:srgbClr val="005492"/>
    <a:srgbClr val="00365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563" autoAdjust="0"/>
    <p:restoredTop sz="93595" autoAdjust="0"/>
  </p:normalViewPr>
  <p:slideViewPr>
    <p:cSldViewPr snapToGrid="0">
      <p:cViewPr varScale="1">
        <p:scale>
          <a:sx n="74" d="100"/>
          <a:sy n="74" d="100"/>
        </p:scale>
        <p:origin x="571" y="62"/>
      </p:cViewPr>
      <p:guideLst>
        <p:guide orient="horz" pos="2424"/>
        <p:guide pos="3984"/>
        <p:guide pos="5832"/>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2333"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omments/modernComment_174_7C920634.xml><?xml version="1.0" encoding="utf-8"?>
<p188:cmLst xmlns:a="http://schemas.openxmlformats.org/drawingml/2006/main" xmlns:r="http://schemas.openxmlformats.org/officeDocument/2006/relationships" xmlns:p188="http://schemas.microsoft.com/office/powerpoint/2018/8/main">
  <p188:cm id="{90917975-F9EE-48B7-930F-59DBB02E7211}" authorId="{5FEE694A-C7CA-9CA0-6B18-B493EEAD6E6F}" created="2025-02-17T20:44:00.312">
    <ac:txMkLst xmlns:ac="http://schemas.microsoft.com/office/drawing/2013/main/command">
      <pc:docMk xmlns:pc="http://schemas.microsoft.com/office/powerpoint/2013/main/command"/>
      <pc:sldMk xmlns:pc="http://schemas.microsoft.com/office/powerpoint/2013/main/command" cId="2089944628" sldId="372"/>
      <ac:spMk id="117" creationId="{DCCF8B7B-552C-DEC1-A1CD-2DC32BDBBF19}"/>
      <ac:txMk cp="81" len="9">
        <ac:context len="354" hash="2953803002"/>
      </ac:txMk>
    </ac:txMkLst>
    <p188:pos x="2939874" y="1519835"/>
    <p188:txBody>
      <a:bodyPr/>
      <a:lstStyle/>
      <a:p>
        <a:r>
          <a:rPr lang="en-US"/>
          <a:t>It involves understanding what the data represents and how it should be interpreted. It's not just about storing or organizing data, but understanding its real-world significance and ensuring it’s used in a way that aligns with its intended meaning.</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9E43220-F0E2-84AD-4C61-95CB6436EED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F097380-C72F-E14D-D537-D4C84044240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28BB349-8A74-48D4-9B2C-6B7307B63146}" type="datetimeFigureOut">
              <a:rPr lang="en-US" smtClean="0"/>
              <a:t>3/8/2025</a:t>
            </a:fld>
            <a:endParaRPr lang="en-US"/>
          </a:p>
        </p:txBody>
      </p:sp>
      <p:sp>
        <p:nvSpPr>
          <p:cNvPr id="4" name="Footer Placeholder 3">
            <a:extLst>
              <a:ext uri="{FF2B5EF4-FFF2-40B4-BE49-F238E27FC236}">
                <a16:creationId xmlns:a16="http://schemas.microsoft.com/office/drawing/2014/main" id="{8332D4D5-9E91-CAB3-23F7-072ACD2FD4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E920F1-7E5E-2C26-6BF6-F39EDB4802C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27C5971-E361-4E9E-81FF-7A7FA42F634C}" type="slidenum">
              <a:rPr lang="en-US" smtClean="0"/>
              <a:t>‹#›</a:t>
            </a:fld>
            <a:endParaRPr lang="en-US"/>
          </a:p>
        </p:txBody>
      </p:sp>
    </p:spTree>
    <p:extLst>
      <p:ext uri="{BB962C8B-B14F-4D97-AF65-F5344CB8AC3E}">
        <p14:creationId xmlns:p14="http://schemas.microsoft.com/office/powerpoint/2010/main" val="3094193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9D0770-9BF3-4E0C-912C-19DB68D8701C}" type="datetimeFigureOut">
              <a:rPr lang="en-US" smtClean="0"/>
              <a:t>3/8/2025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4FB2C2-2FFC-4004-9739-836BE6728BB4}" type="slidenum">
              <a:rPr lang="en-US" smtClean="0"/>
              <a:t>‹#›</a:t>
            </a:fld>
            <a:endParaRPr lang="en-US"/>
          </a:p>
        </p:txBody>
      </p:sp>
    </p:spTree>
    <p:extLst>
      <p:ext uri="{BB962C8B-B14F-4D97-AF65-F5344CB8AC3E}">
        <p14:creationId xmlns:p14="http://schemas.microsoft.com/office/powerpoint/2010/main" val="1011827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9ED0A-FBFF-0548-E16C-1E9F07921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82EF11-8C24-5930-6822-C2B5BBDA04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517B97-27EB-59E2-418B-111066D68F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A9E3FB-F0D2-2CBA-4D3F-61A027B4F644}"/>
              </a:ext>
            </a:extLst>
          </p:cNvPr>
          <p:cNvSpPr>
            <a:spLocks noGrp="1"/>
          </p:cNvSpPr>
          <p:nvPr>
            <p:ph type="sldNum" sz="quarter" idx="5"/>
          </p:nvPr>
        </p:nvSpPr>
        <p:spPr/>
        <p:txBody>
          <a:bodyPr/>
          <a:lstStyle/>
          <a:p>
            <a:fld id="{384FB2C2-2FFC-4004-9739-836BE6728BB4}" type="slidenum">
              <a:rPr lang="en-US" smtClean="0"/>
              <a:t>2</a:t>
            </a:fld>
            <a:endParaRPr lang="en-US"/>
          </a:p>
        </p:txBody>
      </p:sp>
    </p:spTree>
    <p:extLst>
      <p:ext uri="{BB962C8B-B14F-4D97-AF65-F5344CB8AC3E}">
        <p14:creationId xmlns:p14="http://schemas.microsoft.com/office/powerpoint/2010/main" val="42578927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B872F-3ACB-3ACC-588F-760B7DDC2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64A34C-D8D6-5B41-A65C-C265BE9BB7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56171C-81E7-27E7-26FE-26E3C08E51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903896-C382-7AD4-8BCE-5600A37011CE}"/>
              </a:ext>
            </a:extLst>
          </p:cNvPr>
          <p:cNvSpPr>
            <a:spLocks noGrp="1"/>
          </p:cNvSpPr>
          <p:nvPr>
            <p:ph type="sldNum" sz="quarter" idx="5"/>
          </p:nvPr>
        </p:nvSpPr>
        <p:spPr/>
        <p:txBody>
          <a:bodyPr/>
          <a:lstStyle/>
          <a:p>
            <a:fld id="{384FB2C2-2FFC-4004-9739-836BE6728BB4}" type="slidenum">
              <a:rPr lang="en-US" smtClean="0"/>
              <a:t>3</a:t>
            </a:fld>
            <a:endParaRPr lang="en-US"/>
          </a:p>
        </p:txBody>
      </p:sp>
    </p:spTree>
    <p:extLst>
      <p:ext uri="{BB962C8B-B14F-4D97-AF65-F5344CB8AC3E}">
        <p14:creationId xmlns:p14="http://schemas.microsoft.com/office/powerpoint/2010/main" val="16518599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7C4DA-58FE-10C2-F540-E387F1FE82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DBC1B1-A892-8891-F47A-FA60177809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AA020-DFF0-FAA5-F166-8F2FE51F17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B75D14-8747-3B04-FFC5-759A3269A96D}"/>
              </a:ext>
            </a:extLst>
          </p:cNvPr>
          <p:cNvSpPr>
            <a:spLocks noGrp="1"/>
          </p:cNvSpPr>
          <p:nvPr>
            <p:ph type="sldNum" sz="quarter" idx="5"/>
          </p:nvPr>
        </p:nvSpPr>
        <p:spPr/>
        <p:txBody>
          <a:bodyPr/>
          <a:lstStyle/>
          <a:p>
            <a:fld id="{384FB2C2-2FFC-4004-9739-836BE6728BB4}" type="slidenum">
              <a:rPr lang="en-US" smtClean="0"/>
              <a:t>4</a:t>
            </a:fld>
            <a:endParaRPr lang="en-US"/>
          </a:p>
        </p:txBody>
      </p:sp>
    </p:spTree>
    <p:extLst>
      <p:ext uri="{BB962C8B-B14F-4D97-AF65-F5344CB8AC3E}">
        <p14:creationId xmlns:p14="http://schemas.microsoft.com/office/powerpoint/2010/main" val="800842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14ECD-C36C-580F-FFF8-1F5DADEE7E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CEB1A-ACD7-3BDD-D9BE-69DE0E3C09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CBA37F-9CEB-2B4F-5106-DDB9535649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86B155-9553-A94C-470B-8A1FAB9CD819}"/>
              </a:ext>
            </a:extLst>
          </p:cNvPr>
          <p:cNvSpPr>
            <a:spLocks noGrp="1"/>
          </p:cNvSpPr>
          <p:nvPr>
            <p:ph type="sldNum" sz="quarter" idx="5"/>
          </p:nvPr>
        </p:nvSpPr>
        <p:spPr/>
        <p:txBody>
          <a:bodyPr/>
          <a:lstStyle/>
          <a:p>
            <a:fld id="{384FB2C2-2FFC-4004-9739-836BE6728BB4}" type="slidenum">
              <a:rPr lang="en-US" smtClean="0"/>
              <a:t>5</a:t>
            </a:fld>
            <a:endParaRPr lang="en-US"/>
          </a:p>
        </p:txBody>
      </p:sp>
    </p:spTree>
    <p:extLst>
      <p:ext uri="{BB962C8B-B14F-4D97-AF65-F5344CB8AC3E}">
        <p14:creationId xmlns:p14="http://schemas.microsoft.com/office/powerpoint/2010/main" val="3269097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8B278-19AB-6DA6-B347-05ACCB9DA2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3C428-28F9-F31A-FD36-4940F180CD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A9CC36-62F1-69FA-E98A-2875A5DC2B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6B465-96D6-43DD-3DCB-03F75E8BCB19}"/>
              </a:ext>
            </a:extLst>
          </p:cNvPr>
          <p:cNvSpPr>
            <a:spLocks noGrp="1"/>
          </p:cNvSpPr>
          <p:nvPr>
            <p:ph type="sldNum" sz="quarter" idx="5"/>
          </p:nvPr>
        </p:nvSpPr>
        <p:spPr/>
        <p:txBody>
          <a:bodyPr/>
          <a:lstStyle/>
          <a:p>
            <a:fld id="{384FB2C2-2FFC-4004-9739-836BE6728BB4}" type="slidenum">
              <a:rPr lang="en-US" smtClean="0"/>
              <a:t>6</a:t>
            </a:fld>
            <a:endParaRPr lang="en-US"/>
          </a:p>
        </p:txBody>
      </p:sp>
    </p:spTree>
    <p:extLst>
      <p:ext uri="{BB962C8B-B14F-4D97-AF65-F5344CB8AC3E}">
        <p14:creationId xmlns:p14="http://schemas.microsoft.com/office/powerpoint/2010/main" val="511427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A0E70-0B3A-5138-D727-A2AA769C95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27BE7-49FC-912E-5866-922AA48CAD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EAC1F9-B2B2-9FAD-2B2D-3FB5D22CB5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7B8C81-FF44-FED7-1518-D16B4BEBC0E8}"/>
              </a:ext>
            </a:extLst>
          </p:cNvPr>
          <p:cNvSpPr>
            <a:spLocks noGrp="1"/>
          </p:cNvSpPr>
          <p:nvPr>
            <p:ph type="sldNum" sz="quarter" idx="5"/>
          </p:nvPr>
        </p:nvSpPr>
        <p:spPr/>
        <p:txBody>
          <a:bodyPr/>
          <a:lstStyle/>
          <a:p>
            <a:fld id="{384FB2C2-2FFC-4004-9739-836BE6728BB4}" type="slidenum">
              <a:rPr lang="en-US" smtClean="0"/>
              <a:t>7</a:t>
            </a:fld>
            <a:endParaRPr lang="en-US"/>
          </a:p>
        </p:txBody>
      </p:sp>
    </p:spTree>
    <p:extLst>
      <p:ext uri="{BB962C8B-B14F-4D97-AF65-F5344CB8AC3E}">
        <p14:creationId xmlns:p14="http://schemas.microsoft.com/office/powerpoint/2010/main" val="2510115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5A44E-E0B2-7E13-0BB4-D9240DB44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5BCC5-E82A-75DE-E3A2-5DE66AE882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27A5F4-2C70-FBF4-8927-F6C4E6F0CA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E36C8C-A5A9-D5B6-BC72-0D664069B082}"/>
              </a:ext>
            </a:extLst>
          </p:cNvPr>
          <p:cNvSpPr>
            <a:spLocks noGrp="1"/>
          </p:cNvSpPr>
          <p:nvPr>
            <p:ph type="sldNum" sz="quarter" idx="5"/>
          </p:nvPr>
        </p:nvSpPr>
        <p:spPr/>
        <p:txBody>
          <a:bodyPr/>
          <a:lstStyle/>
          <a:p>
            <a:fld id="{384FB2C2-2FFC-4004-9739-836BE6728BB4}" type="slidenum">
              <a:rPr lang="en-US" smtClean="0"/>
              <a:t>8</a:t>
            </a:fld>
            <a:endParaRPr lang="en-US"/>
          </a:p>
        </p:txBody>
      </p:sp>
    </p:spTree>
    <p:extLst>
      <p:ext uri="{BB962C8B-B14F-4D97-AF65-F5344CB8AC3E}">
        <p14:creationId xmlns:p14="http://schemas.microsoft.com/office/powerpoint/2010/main" val="2887579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8D218-6981-63E9-9154-BEDE450B05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DAD224-FAE1-D745-7570-BD2FD3683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63C579-A7C9-46C2-D399-90F511A280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F25AB6-3EFD-ACD2-E6CA-E14669000AB0}"/>
              </a:ext>
            </a:extLst>
          </p:cNvPr>
          <p:cNvSpPr>
            <a:spLocks noGrp="1"/>
          </p:cNvSpPr>
          <p:nvPr>
            <p:ph type="sldNum" sz="quarter" idx="5"/>
          </p:nvPr>
        </p:nvSpPr>
        <p:spPr/>
        <p:txBody>
          <a:bodyPr/>
          <a:lstStyle/>
          <a:p>
            <a:fld id="{384FB2C2-2FFC-4004-9739-836BE6728BB4}" type="slidenum">
              <a:rPr lang="en-US" smtClean="0"/>
              <a:t>9</a:t>
            </a:fld>
            <a:endParaRPr lang="en-US"/>
          </a:p>
        </p:txBody>
      </p:sp>
    </p:spTree>
    <p:extLst>
      <p:ext uri="{BB962C8B-B14F-4D97-AF65-F5344CB8AC3E}">
        <p14:creationId xmlns:p14="http://schemas.microsoft.com/office/powerpoint/2010/main" val="1002408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2A995-63C5-0A4B-13FE-5846A888ED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0C35A2-A8DA-DC7C-B3E4-6861CC65DB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48E447-39CB-5DC1-C387-D2E6FFEBCD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129DC6-AE03-D88B-3DB6-202C0493DFCE}"/>
              </a:ext>
            </a:extLst>
          </p:cNvPr>
          <p:cNvSpPr>
            <a:spLocks noGrp="1"/>
          </p:cNvSpPr>
          <p:nvPr>
            <p:ph type="sldNum" sz="quarter" idx="5"/>
          </p:nvPr>
        </p:nvSpPr>
        <p:spPr/>
        <p:txBody>
          <a:bodyPr/>
          <a:lstStyle/>
          <a:p>
            <a:fld id="{384FB2C2-2FFC-4004-9739-836BE6728BB4}" type="slidenum">
              <a:rPr lang="en-US" smtClean="0"/>
              <a:t>10</a:t>
            </a:fld>
            <a:endParaRPr lang="en-US"/>
          </a:p>
        </p:txBody>
      </p:sp>
    </p:spTree>
    <p:extLst>
      <p:ext uri="{BB962C8B-B14F-4D97-AF65-F5344CB8AC3E}">
        <p14:creationId xmlns:p14="http://schemas.microsoft.com/office/powerpoint/2010/main" val="27904403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490D9-7BFC-F4A7-FFE2-105107E98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7A765-44DF-F2BA-E6C5-23F6D3765E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3ED7BD-E061-29FA-9BCE-CF61A2291C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85C0E0-F47B-7E3E-DBE0-D44A9B458BC9}"/>
              </a:ext>
            </a:extLst>
          </p:cNvPr>
          <p:cNvSpPr>
            <a:spLocks noGrp="1"/>
          </p:cNvSpPr>
          <p:nvPr>
            <p:ph type="sldNum" sz="quarter" idx="5"/>
          </p:nvPr>
        </p:nvSpPr>
        <p:spPr/>
        <p:txBody>
          <a:bodyPr/>
          <a:lstStyle/>
          <a:p>
            <a:fld id="{384FB2C2-2FFC-4004-9739-836BE6728BB4}" type="slidenum">
              <a:rPr lang="en-US" smtClean="0"/>
              <a:t>11</a:t>
            </a:fld>
            <a:endParaRPr lang="en-US"/>
          </a:p>
        </p:txBody>
      </p:sp>
    </p:spTree>
    <p:extLst>
      <p:ext uri="{BB962C8B-B14F-4D97-AF65-F5344CB8AC3E}">
        <p14:creationId xmlns:p14="http://schemas.microsoft.com/office/powerpoint/2010/main" val="36298009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F28D4-CCFF-83E4-CB80-A97EB87F4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D0642-0C9C-1417-2630-00B39F5DF6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CF2FCC-0BB0-3964-2D25-FD7EDFB9F1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46FA96-1A3A-DCB3-D30E-8F7035027F30}"/>
              </a:ext>
            </a:extLst>
          </p:cNvPr>
          <p:cNvSpPr>
            <a:spLocks noGrp="1"/>
          </p:cNvSpPr>
          <p:nvPr>
            <p:ph type="sldNum" sz="quarter" idx="5"/>
          </p:nvPr>
        </p:nvSpPr>
        <p:spPr/>
        <p:txBody>
          <a:bodyPr/>
          <a:lstStyle/>
          <a:p>
            <a:fld id="{384FB2C2-2FFC-4004-9739-836BE6728BB4}" type="slidenum">
              <a:rPr lang="en-US" smtClean="0"/>
              <a:t>12</a:t>
            </a:fld>
            <a:endParaRPr lang="en-US"/>
          </a:p>
        </p:txBody>
      </p:sp>
    </p:spTree>
    <p:extLst>
      <p:ext uri="{BB962C8B-B14F-4D97-AF65-F5344CB8AC3E}">
        <p14:creationId xmlns:p14="http://schemas.microsoft.com/office/powerpoint/2010/main" val="3084330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85471-F47B-0483-9BCE-C5D1F6595C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846C4-7B29-2768-93D7-526367AED5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829C58-75B6-F0CD-2160-8AF388F54D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3C3591-283A-4D71-D34D-F2D8EAAA5844}"/>
              </a:ext>
            </a:extLst>
          </p:cNvPr>
          <p:cNvSpPr>
            <a:spLocks noGrp="1"/>
          </p:cNvSpPr>
          <p:nvPr>
            <p:ph type="sldNum" sz="quarter" idx="5"/>
          </p:nvPr>
        </p:nvSpPr>
        <p:spPr/>
        <p:txBody>
          <a:bodyPr/>
          <a:lstStyle/>
          <a:p>
            <a:fld id="{384FB2C2-2FFC-4004-9739-836BE6728BB4}" type="slidenum">
              <a:rPr lang="en-US" smtClean="0"/>
              <a:t>13</a:t>
            </a:fld>
            <a:endParaRPr lang="en-US"/>
          </a:p>
        </p:txBody>
      </p:sp>
    </p:spTree>
    <p:extLst>
      <p:ext uri="{BB962C8B-B14F-4D97-AF65-F5344CB8AC3E}">
        <p14:creationId xmlns:p14="http://schemas.microsoft.com/office/powerpoint/2010/main" val="11781605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204B1-D490-B93F-2CB8-9D2C66C24B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1163E7-B0E7-7B33-55AD-9C61D4F81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2D521B-A1D2-297F-0BC6-10B168FE6A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7FA67B-CB1C-4743-E924-881DE32816D4}"/>
              </a:ext>
            </a:extLst>
          </p:cNvPr>
          <p:cNvSpPr>
            <a:spLocks noGrp="1"/>
          </p:cNvSpPr>
          <p:nvPr>
            <p:ph type="sldNum" sz="quarter" idx="5"/>
          </p:nvPr>
        </p:nvSpPr>
        <p:spPr/>
        <p:txBody>
          <a:bodyPr/>
          <a:lstStyle/>
          <a:p>
            <a:fld id="{384FB2C2-2FFC-4004-9739-836BE6728BB4}" type="slidenum">
              <a:rPr lang="en-US" smtClean="0"/>
              <a:t>14</a:t>
            </a:fld>
            <a:endParaRPr lang="en-US"/>
          </a:p>
        </p:txBody>
      </p:sp>
    </p:spTree>
    <p:extLst>
      <p:ext uri="{BB962C8B-B14F-4D97-AF65-F5344CB8AC3E}">
        <p14:creationId xmlns:p14="http://schemas.microsoft.com/office/powerpoint/2010/main" val="1919888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67F93-65CB-ABCD-83F7-162976D12B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20C45-6B71-BD0C-9F5E-D91AB5918C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D83C02-DE1D-5498-CB58-07ECCE4A4B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CE2228-1ECF-9C54-A8EA-C3768DF740CD}"/>
              </a:ext>
            </a:extLst>
          </p:cNvPr>
          <p:cNvSpPr>
            <a:spLocks noGrp="1"/>
          </p:cNvSpPr>
          <p:nvPr>
            <p:ph type="sldNum" sz="quarter" idx="5"/>
          </p:nvPr>
        </p:nvSpPr>
        <p:spPr/>
        <p:txBody>
          <a:bodyPr/>
          <a:lstStyle/>
          <a:p>
            <a:fld id="{384FB2C2-2FFC-4004-9739-836BE6728BB4}" type="slidenum">
              <a:rPr lang="en-US" smtClean="0"/>
              <a:t>15</a:t>
            </a:fld>
            <a:endParaRPr lang="en-US"/>
          </a:p>
        </p:txBody>
      </p:sp>
    </p:spTree>
    <p:extLst>
      <p:ext uri="{BB962C8B-B14F-4D97-AF65-F5344CB8AC3E}">
        <p14:creationId xmlns:p14="http://schemas.microsoft.com/office/powerpoint/2010/main" val="19769132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1F4CF-1574-2361-0E7E-AD58729F0A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F39FB-E08E-3B9C-86FF-4474EE60D4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E12E11-C3A3-6B30-A242-273D4DECFD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522C1E-BA17-15DB-701B-40A4E4BB804B}"/>
              </a:ext>
            </a:extLst>
          </p:cNvPr>
          <p:cNvSpPr>
            <a:spLocks noGrp="1"/>
          </p:cNvSpPr>
          <p:nvPr>
            <p:ph type="sldNum" sz="quarter" idx="5"/>
          </p:nvPr>
        </p:nvSpPr>
        <p:spPr/>
        <p:txBody>
          <a:bodyPr/>
          <a:lstStyle/>
          <a:p>
            <a:fld id="{384FB2C2-2FFC-4004-9739-836BE6728BB4}" type="slidenum">
              <a:rPr lang="en-US" smtClean="0"/>
              <a:t>16</a:t>
            </a:fld>
            <a:endParaRPr lang="en-US"/>
          </a:p>
        </p:txBody>
      </p:sp>
    </p:spTree>
    <p:extLst>
      <p:ext uri="{BB962C8B-B14F-4D97-AF65-F5344CB8AC3E}">
        <p14:creationId xmlns:p14="http://schemas.microsoft.com/office/powerpoint/2010/main" val="5408161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6B6E7-473F-89CD-D7D5-DA5BA772D1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C69B6E-8DB9-F24D-BD62-2C417294F5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D63A26-EB47-407D-311D-D1109324B9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A7DF67-4D9D-F301-267D-04021AED4135}"/>
              </a:ext>
            </a:extLst>
          </p:cNvPr>
          <p:cNvSpPr>
            <a:spLocks noGrp="1"/>
          </p:cNvSpPr>
          <p:nvPr>
            <p:ph type="sldNum" sz="quarter" idx="5"/>
          </p:nvPr>
        </p:nvSpPr>
        <p:spPr/>
        <p:txBody>
          <a:bodyPr/>
          <a:lstStyle/>
          <a:p>
            <a:fld id="{384FB2C2-2FFC-4004-9739-836BE6728BB4}" type="slidenum">
              <a:rPr lang="en-US" smtClean="0"/>
              <a:t>17</a:t>
            </a:fld>
            <a:endParaRPr lang="en-US"/>
          </a:p>
        </p:txBody>
      </p:sp>
    </p:spTree>
    <p:extLst>
      <p:ext uri="{BB962C8B-B14F-4D97-AF65-F5344CB8AC3E}">
        <p14:creationId xmlns:p14="http://schemas.microsoft.com/office/powerpoint/2010/main" val="14846250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A8939-6F02-D5B5-C9C5-B6F0219DF1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68201-3E01-64D8-8DE3-1D498E0A9C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230020-A137-FFB4-1D00-D9804CAB6F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19F3AB-7D1E-4A17-7E2E-3001C84B7A78}"/>
              </a:ext>
            </a:extLst>
          </p:cNvPr>
          <p:cNvSpPr>
            <a:spLocks noGrp="1"/>
          </p:cNvSpPr>
          <p:nvPr>
            <p:ph type="sldNum" sz="quarter" idx="5"/>
          </p:nvPr>
        </p:nvSpPr>
        <p:spPr/>
        <p:txBody>
          <a:bodyPr/>
          <a:lstStyle/>
          <a:p>
            <a:fld id="{384FB2C2-2FFC-4004-9739-836BE6728BB4}" type="slidenum">
              <a:rPr lang="en-US" smtClean="0"/>
              <a:t>18</a:t>
            </a:fld>
            <a:endParaRPr lang="en-US"/>
          </a:p>
        </p:txBody>
      </p:sp>
    </p:spTree>
    <p:extLst>
      <p:ext uri="{BB962C8B-B14F-4D97-AF65-F5344CB8AC3E}">
        <p14:creationId xmlns:p14="http://schemas.microsoft.com/office/powerpoint/2010/main" val="42144575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8FEE5-B151-2826-2F18-4DD503FAB5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6C4F2F-8643-A3AE-17A2-E296BE1CB3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4184F7-2D80-08EB-DB89-B87D83ED1C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899297-06EC-55EB-8751-0C1675877764}"/>
              </a:ext>
            </a:extLst>
          </p:cNvPr>
          <p:cNvSpPr>
            <a:spLocks noGrp="1"/>
          </p:cNvSpPr>
          <p:nvPr>
            <p:ph type="sldNum" sz="quarter" idx="5"/>
          </p:nvPr>
        </p:nvSpPr>
        <p:spPr/>
        <p:txBody>
          <a:bodyPr/>
          <a:lstStyle/>
          <a:p>
            <a:fld id="{384FB2C2-2FFC-4004-9739-836BE6728BB4}" type="slidenum">
              <a:rPr lang="en-US" smtClean="0"/>
              <a:t>19</a:t>
            </a:fld>
            <a:endParaRPr lang="en-US"/>
          </a:p>
        </p:txBody>
      </p:sp>
    </p:spTree>
    <p:extLst>
      <p:ext uri="{BB962C8B-B14F-4D97-AF65-F5344CB8AC3E}">
        <p14:creationId xmlns:p14="http://schemas.microsoft.com/office/powerpoint/2010/main" val="22540164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34514-236B-A5F2-2654-3D139215EE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C06E7-FA10-B4AA-3029-2B98E18C82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09E613-9778-BCD2-0122-39F59D87F4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4188A6-5DDB-1A22-71E6-C01F9C227CF1}"/>
              </a:ext>
            </a:extLst>
          </p:cNvPr>
          <p:cNvSpPr>
            <a:spLocks noGrp="1"/>
          </p:cNvSpPr>
          <p:nvPr>
            <p:ph type="sldNum" sz="quarter" idx="5"/>
          </p:nvPr>
        </p:nvSpPr>
        <p:spPr/>
        <p:txBody>
          <a:bodyPr/>
          <a:lstStyle/>
          <a:p>
            <a:fld id="{384FB2C2-2FFC-4004-9739-836BE6728BB4}" type="slidenum">
              <a:rPr lang="en-US" smtClean="0"/>
              <a:t>20</a:t>
            </a:fld>
            <a:endParaRPr lang="en-US"/>
          </a:p>
        </p:txBody>
      </p:sp>
    </p:spTree>
    <p:extLst>
      <p:ext uri="{BB962C8B-B14F-4D97-AF65-F5344CB8AC3E}">
        <p14:creationId xmlns:p14="http://schemas.microsoft.com/office/powerpoint/2010/main" val="11810930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34DAB-E3F3-3E6D-7204-932E3A389B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9906F1-6AF3-521B-D47F-AD03C8F7E8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76DA87-FFE1-9CE0-E9B5-ABD12CC245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B2EDC3-DDDF-06F7-E19A-F925EF43C9B5}"/>
              </a:ext>
            </a:extLst>
          </p:cNvPr>
          <p:cNvSpPr>
            <a:spLocks noGrp="1"/>
          </p:cNvSpPr>
          <p:nvPr>
            <p:ph type="sldNum" sz="quarter" idx="5"/>
          </p:nvPr>
        </p:nvSpPr>
        <p:spPr/>
        <p:txBody>
          <a:bodyPr/>
          <a:lstStyle/>
          <a:p>
            <a:fld id="{384FB2C2-2FFC-4004-9739-836BE6728BB4}" type="slidenum">
              <a:rPr lang="en-US" smtClean="0"/>
              <a:t>21</a:t>
            </a:fld>
            <a:endParaRPr lang="en-US"/>
          </a:p>
        </p:txBody>
      </p:sp>
    </p:spTree>
    <p:extLst>
      <p:ext uri="{BB962C8B-B14F-4D97-AF65-F5344CB8AC3E}">
        <p14:creationId xmlns:p14="http://schemas.microsoft.com/office/powerpoint/2010/main" val="1205837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76238-6CE8-668B-17D0-5B51BB62A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D1DD62-C4F0-703E-6ACB-48E7EC1D4E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14030E-5B23-34E3-6A84-26A405A49E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B2CDDE-6568-D06F-3005-A90A622CE30E}"/>
              </a:ext>
            </a:extLst>
          </p:cNvPr>
          <p:cNvSpPr>
            <a:spLocks noGrp="1"/>
          </p:cNvSpPr>
          <p:nvPr>
            <p:ph type="sldNum" sz="quarter" idx="5"/>
          </p:nvPr>
        </p:nvSpPr>
        <p:spPr/>
        <p:txBody>
          <a:bodyPr/>
          <a:lstStyle/>
          <a:p>
            <a:fld id="{384FB2C2-2FFC-4004-9739-836BE6728BB4}" type="slidenum">
              <a:rPr lang="en-US" smtClean="0"/>
              <a:t>22</a:t>
            </a:fld>
            <a:endParaRPr lang="en-US"/>
          </a:p>
        </p:txBody>
      </p:sp>
    </p:spTree>
    <p:extLst>
      <p:ext uri="{BB962C8B-B14F-4D97-AF65-F5344CB8AC3E}">
        <p14:creationId xmlns:p14="http://schemas.microsoft.com/office/powerpoint/2010/main" val="28954498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A43CE-EA94-9CCF-7B15-9AE67666BB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8694B-9258-1ECF-D5A7-60E320281D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E1EFB1-AA93-82CE-E5E5-18638568A3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E727EB-5942-7DBA-4A17-86763271D5C9}"/>
              </a:ext>
            </a:extLst>
          </p:cNvPr>
          <p:cNvSpPr>
            <a:spLocks noGrp="1"/>
          </p:cNvSpPr>
          <p:nvPr>
            <p:ph type="sldNum" sz="quarter" idx="5"/>
          </p:nvPr>
        </p:nvSpPr>
        <p:spPr/>
        <p:txBody>
          <a:bodyPr/>
          <a:lstStyle/>
          <a:p>
            <a:fld id="{384FB2C2-2FFC-4004-9739-836BE6728BB4}" type="slidenum">
              <a:rPr lang="en-US" smtClean="0"/>
              <a:t>23</a:t>
            </a:fld>
            <a:endParaRPr lang="en-US"/>
          </a:p>
        </p:txBody>
      </p:sp>
    </p:spTree>
    <p:extLst>
      <p:ext uri="{BB962C8B-B14F-4D97-AF65-F5344CB8AC3E}">
        <p14:creationId xmlns:p14="http://schemas.microsoft.com/office/powerpoint/2010/main" val="4257458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F3C95-3E42-782E-C280-4DA3E3DFD4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C2864D-E726-3A38-CFD0-FEA4128669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D71252-806E-BCFE-E5D7-251CAC792B55}"/>
              </a:ext>
            </a:extLst>
          </p:cNvPr>
          <p:cNvSpPr>
            <a:spLocks noGrp="1"/>
          </p:cNvSpPr>
          <p:nvPr>
            <p:ph type="dt" sz="half" idx="10"/>
          </p:nvPr>
        </p:nvSpPr>
        <p:spPr/>
        <p:txBody>
          <a:bodyPr/>
          <a:lstStyle/>
          <a:p>
            <a:fld id="{407330AE-2CF8-4141-A71C-0447601936FA}" type="datetimeFigureOut">
              <a:rPr lang="en-US" smtClean="0"/>
              <a:t>3/8/2025</a:t>
            </a:fld>
            <a:endParaRPr lang="en-US"/>
          </a:p>
        </p:txBody>
      </p:sp>
      <p:sp>
        <p:nvSpPr>
          <p:cNvPr id="5" name="Footer Placeholder 4">
            <a:extLst>
              <a:ext uri="{FF2B5EF4-FFF2-40B4-BE49-F238E27FC236}">
                <a16:creationId xmlns:a16="http://schemas.microsoft.com/office/drawing/2014/main" id="{7E3394D2-6A17-40B0-5BF7-7EFE876EDB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8DE7CB-BFE0-775D-9458-B4E7CB36E376}"/>
              </a:ext>
            </a:extLst>
          </p:cNvPr>
          <p:cNvSpPr>
            <a:spLocks noGrp="1"/>
          </p:cNvSpPr>
          <p:nvPr>
            <p:ph type="sldNum" sz="quarter" idx="12"/>
          </p:nvPr>
        </p:nvSpPr>
        <p:spPr/>
        <p:txBody>
          <a:bodyPr/>
          <a:lstStyle/>
          <a:p>
            <a:fld id="{571638AF-BB9A-4916-B569-BAAD3E480ABD}" type="slidenum">
              <a:rPr lang="en-US" smtClean="0"/>
              <a:t>‹#›</a:t>
            </a:fld>
            <a:endParaRPr lang="en-US"/>
          </a:p>
        </p:txBody>
      </p:sp>
    </p:spTree>
    <p:extLst>
      <p:ext uri="{BB962C8B-B14F-4D97-AF65-F5344CB8AC3E}">
        <p14:creationId xmlns:p14="http://schemas.microsoft.com/office/powerpoint/2010/main" val="2572948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0BAE5-1861-C296-587B-E28E42014D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F99E11-30CB-AE95-09F1-4161C667F8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B4116-C4F3-7DB3-3581-6D64F69CFE59}"/>
              </a:ext>
            </a:extLst>
          </p:cNvPr>
          <p:cNvSpPr>
            <a:spLocks noGrp="1"/>
          </p:cNvSpPr>
          <p:nvPr>
            <p:ph type="dt" sz="half" idx="10"/>
          </p:nvPr>
        </p:nvSpPr>
        <p:spPr/>
        <p:txBody>
          <a:bodyPr/>
          <a:lstStyle/>
          <a:p>
            <a:fld id="{407330AE-2CF8-4141-A71C-0447601936FA}" type="datetimeFigureOut">
              <a:rPr lang="en-US" smtClean="0"/>
              <a:t>3/8/2025</a:t>
            </a:fld>
            <a:endParaRPr lang="en-US"/>
          </a:p>
        </p:txBody>
      </p:sp>
      <p:sp>
        <p:nvSpPr>
          <p:cNvPr id="5" name="Footer Placeholder 4">
            <a:extLst>
              <a:ext uri="{FF2B5EF4-FFF2-40B4-BE49-F238E27FC236}">
                <a16:creationId xmlns:a16="http://schemas.microsoft.com/office/drawing/2014/main" id="{53FBBE42-BED0-1290-6FFA-0E1B33FD59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37EE47-08AE-680E-B40A-5D93989661FC}"/>
              </a:ext>
            </a:extLst>
          </p:cNvPr>
          <p:cNvSpPr>
            <a:spLocks noGrp="1"/>
          </p:cNvSpPr>
          <p:nvPr>
            <p:ph type="sldNum" sz="quarter" idx="12"/>
          </p:nvPr>
        </p:nvSpPr>
        <p:spPr/>
        <p:txBody>
          <a:bodyPr/>
          <a:lstStyle/>
          <a:p>
            <a:fld id="{571638AF-BB9A-4916-B569-BAAD3E480ABD}" type="slidenum">
              <a:rPr lang="en-US" smtClean="0"/>
              <a:t>‹#›</a:t>
            </a:fld>
            <a:endParaRPr lang="en-US"/>
          </a:p>
        </p:txBody>
      </p:sp>
    </p:spTree>
    <p:extLst>
      <p:ext uri="{BB962C8B-B14F-4D97-AF65-F5344CB8AC3E}">
        <p14:creationId xmlns:p14="http://schemas.microsoft.com/office/powerpoint/2010/main" val="893066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6F381-F697-2951-9667-E27800C9C4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D83625-0EBF-EC26-04D4-951C4B1673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79BA44-51F3-6EA0-0B40-741A04F1D857}"/>
              </a:ext>
            </a:extLst>
          </p:cNvPr>
          <p:cNvSpPr>
            <a:spLocks noGrp="1"/>
          </p:cNvSpPr>
          <p:nvPr>
            <p:ph type="dt" sz="half" idx="10"/>
          </p:nvPr>
        </p:nvSpPr>
        <p:spPr/>
        <p:txBody>
          <a:bodyPr/>
          <a:lstStyle/>
          <a:p>
            <a:fld id="{407330AE-2CF8-4141-A71C-0447601936FA}" type="datetimeFigureOut">
              <a:rPr lang="en-US" smtClean="0"/>
              <a:t>3/8/2025</a:t>
            </a:fld>
            <a:endParaRPr lang="en-US"/>
          </a:p>
        </p:txBody>
      </p:sp>
      <p:sp>
        <p:nvSpPr>
          <p:cNvPr id="5" name="Footer Placeholder 4">
            <a:extLst>
              <a:ext uri="{FF2B5EF4-FFF2-40B4-BE49-F238E27FC236}">
                <a16:creationId xmlns:a16="http://schemas.microsoft.com/office/drawing/2014/main" id="{AF671DEB-5CFD-1F28-ADAC-F843F8B6E8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45AFD3-A041-D214-CDFE-5C65A186E865}"/>
              </a:ext>
            </a:extLst>
          </p:cNvPr>
          <p:cNvSpPr>
            <a:spLocks noGrp="1"/>
          </p:cNvSpPr>
          <p:nvPr>
            <p:ph type="sldNum" sz="quarter" idx="12"/>
          </p:nvPr>
        </p:nvSpPr>
        <p:spPr/>
        <p:txBody>
          <a:bodyPr/>
          <a:lstStyle/>
          <a:p>
            <a:fld id="{571638AF-BB9A-4916-B569-BAAD3E480ABD}" type="slidenum">
              <a:rPr lang="en-US" smtClean="0"/>
              <a:t>‹#›</a:t>
            </a:fld>
            <a:endParaRPr lang="en-US"/>
          </a:p>
        </p:txBody>
      </p:sp>
    </p:spTree>
    <p:extLst>
      <p:ext uri="{BB962C8B-B14F-4D97-AF65-F5344CB8AC3E}">
        <p14:creationId xmlns:p14="http://schemas.microsoft.com/office/powerpoint/2010/main" val="3303433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07544-9CA1-CADB-575A-12EF26A9B0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EEC53D-6A38-5D6C-6CD4-B38D258B9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4BD54D2-B96A-C531-0CF2-DA3A79A978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5CC2D4-8E81-ACE9-FD98-2704D536AD9A}"/>
              </a:ext>
            </a:extLst>
          </p:cNvPr>
          <p:cNvSpPr>
            <a:spLocks noGrp="1"/>
          </p:cNvSpPr>
          <p:nvPr>
            <p:ph type="dt" sz="half" idx="10"/>
          </p:nvPr>
        </p:nvSpPr>
        <p:spPr/>
        <p:txBody>
          <a:bodyPr/>
          <a:lstStyle/>
          <a:p>
            <a:fld id="{407330AE-2CF8-4141-A71C-0447601936FA}" type="datetimeFigureOut">
              <a:rPr lang="en-US" smtClean="0"/>
              <a:t>3/8/2025</a:t>
            </a:fld>
            <a:endParaRPr lang="en-US"/>
          </a:p>
        </p:txBody>
      </p:sp>
      <p:sp>
        <p:nvSpPr>
          <p:cNvPr id="6" name="Footer Placeholder 5">
            <a:extLst>
              <a:ext uri="{FF2B5EF4-FFF2-40B4-BE49-F238E27FC236}">
                <a16:creationId xmlns:a16="http://schemas.microsoft.com/office/drawing/2014/main" id="{26914D11-4A27-D436-D0C5-A9C1684102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109784-BBB7-5C43-3E25-8FAA2CEAC46C}"/>
              </a:ext>
            </a:extLst>
          </p:cNvPr>
          <p:cNvSpPr>
            <a:spLocks noGrp="1"/>
          </p:cNvSpPr>
          <p:nvPr>
            <p:ph type="sldNum" sz="quarter" idx="12"/>
          </p:nvPr>
        </p:nvSpPr>
        <p:spPr/>
        <p:txBody>
          <a:bodyPr/>
          <a:lstStyle/>
          <a:p>
            <a:fld id="{571638AF-BB9A-4916-B569-BAAD3E480ABD}" type="slidenum">
              <a:rPr lang="en-US" smtClean="0"/>
              <a:t>‹#›</a:t>
            </a:fld>
            <a:endParaRPr lang="en-US"/>
          </a:p>
        </p:txBody>
      </p:sp>
    </p:spTree>
    <p:extLst>
      <p:ext uri="{BB962C8B-B14F-4D97-AF65-F5344CB8AC3E}">
        <p14:creationId xmlns:p14="http://schemas.microsoft.com/office/powerpoint/2010/main" val="1872238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E7E99-990B-5A48-91BF-9E82DA4015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D2CA9B-D3E3-0554-59B8-2B38EA4D84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8875B9-7986-9FED-6DC8-5187CACEE7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863435-ADEE-0BBC-0D9C-4150D9630C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3D050F-02D0-C2A1-2E94-83E46D91C6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D998C7-4870-DE10-BE32-6F1B5FB02A0B}"/>
              </a:ext>
            </a:extLst>
          </p:cNvPr>
          <p:cNvSpPr>
            <a:spLocks noGrp="1"/>
          </p:cNvSpPr>
          <p:nvPr>
            <p:ph type="dt" sz="half" idx="10"/>
          </p:nvPr>
        </p:nvSpPr>
        <p:spPr/>
        <p:txBody>
          <a:bodyPr/>
          <a:lstStyle/>
          <a:p>
            <a:fld id="{407330AE-2CF8-4141-A71C-0447601936FA}" type="datetimeFigureOut">
              <a:rPr lang="en-US" smtClean="0"/>
              <a:t>3/8/2025</a:t>
            </a:fld>
            <a:endParaRPr lang="en-US"/>
          </a:p>
        </p:txBody>
      </p:sp>
      <p:sp>
        <p:nvSpPr>
          <p:cNvPr id="8" name="Footer Placeholder 7">
            <a:extLst>
              <a:ext uri="{FF2B5EF4-FFF2-40B4-BE49-F238E27FC236}">
                <a16:creationId xmlns:a16="http://schemas.microsoft.com/office/drawing/2014/main" id="{35CA0E34-DF4C-353A-2008-94F2F57164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D1EAB8-99AA-9468-14FE-41654F8C4236}"/>
              </a:ext>
            </a:extLst>
          </p:cNvPr>
          <p:cNvSpPr>
            <a:spLocks noGrp="1"/>
          </p:cNvSpPr>
          <p:nvPr>
            <p:ph type="sldNum" sz="quarter" idx="12"/>
          </p:nvPr>
        </p:nvSpPr>
        <p:spPr/>
        <p:txBody>
          <a:bodyPr/>
          <a:lstStyle/>
          <a:p>
            <a:fld id="{571638AF-BB9A-4916-B569-BAAD3E480ABD}" type="slidenum">
              <a:rPr lang="en-US" smtClean="0"/>
              <a:t>‹#›</a:t>
            </a:fld>
            <a:endParaRPr lang="en-US"/>
          </a:p>
        </p:txBody>
      </p:sp>
    </p:spTree>
    <p:extLst>
      <p:ext uri="{BB962C8B-B14F-4D97-AF65-F5344CB8AC3E}">
        <p14:creationId xmlns:p14="http://schemas.microsoft.com/office/powerpoint/2010/main" val="1427873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77FB7-0B95-C1A5-6C39-54A2E9953E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F69B4A-032B-1420-76C6-AC055770E79D}"/>
              </a:ext>
            </a:extLst>
          </p:cNvPr>
          <p:cNvSpPr>
            <a:spLocks noGrp="1"/>
          </p:cNvSpPr>
          <p:nvPr>
            <p:ph type="dt" sz="half" idx="10"/>
          </p:nvPr>
        </p:nvSpPr>
        <p:spPr/>
        <p:txBody>
          <a:bodyPr/>
          <a:lstStyle/>
          <a:p>
            <a:fld id="{407330AE-2CF8-4141-A71C-0447601936FA}" type="datetimeFigureOut">
              <a:rPr lang="en-US" smtClean="0"/>
              <a:t>3/8/2025</a:t>
            </a:fld>
            <a:endParaRPr lang="en-US"/>
          </a:p>
        </p:txBody>
      </p:sp>
      <p:sp>
        <p:nvSpPr>
          <p:cNvPr id="4" name="Footer Placeholder 3">
            <a:extLst>
              <a:ext uri="{FF2B5EF4-FFF2-40B4-BE49-F238E27FC236}">
                <a16:creationId xmlns:a16="http://schemas.microsoft.com/office/drawing/2014/main" id="{BA89BECD-5184-C34C-8A28-7D294A9781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DACFD7-61C0-AD77-8FC7-453BF18816AF}"/>
              </a:ext>
            </a:extLst>
          </p:cNvPr>
          <p:cNvSpPr>
            <a:spLocks noGrp="1"/>
          </p:cNvSpPr>
          <p:nvPr>
            <p:ph type="sldNum" sz="quarter" idx="12"/>
          </p:nvPr>
        </p:nvSpPr>
        <p:spPr/>
        <p:txBody>
          <a:bodyPr/>
          <a:lstStyle/>
          <a:p>
            <a:fld id="{571638AF-BB9A-4916-B569-BAAD3E480ABD}" type="slidenum">
              <a:rPr lang="en-US" smtClean="0"/>
              <a:t>‹#›</a:t>
            </a:fld>
            <a:endParaRPr lang="en-US"/>
          </a:p>
        </p:txBody>
      </p:sp>
    </p:spTree>
    <p:extLst>
      <p:ext uri="{BB962C8B-B14F-4D97-AF65-F5344CB8AC3E}">
        <p14:creationId xmlns:p14="http://schemas.microsoft.com/office/powerpoint/2010/main" val="2789301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4E7A1B-94A9-DE27-6B27-B8C557FB1074}"/>
              </a:ext>
            </a:extLst>
          </p:cNvPr>
          <p:cNvSpPr>
            <a:spLocks noGrp="1"/>
          </p:cNvSpPr>
          <p:nvPr>
            <p:ph type="dt" sz="half" idx="10"/>
          </p:nvPr>
        </p:nvSpPr>
        <p:spPr/>
        <p:txBody>
          <a:bodyPr/>
          <a:lstStyle/>
          <a:p>
            <a:fld id="{407330AE-2CF8-4141-A71C-0447601936FA}" type="datetimeFigureOut">
              <a:rPr lang="en-US" smtClean="0"/>
              <a:t>3/8/2025</a:t>
            </a:fld>
            <a:endParaRPr lang="en-US"/>
          </a:p>
        </p:txBody>
      </p:sp>
      <p:sp>
        <p:nvSpPr>
          <p:cNvPr id="3" name="Footer Placeholder 2">
            <a:extLst>
              <a:ext uri="{FF2B5EF4-FFF2-40B4-BE49-F238E27FC236}">
                <a16:creationId xmlns:a16="http://schemas.microsoft.com/office/drawing/2014/main" id="{3448A37F-1F38-4F50-CBF7-923D93065B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C130D7-0CB1-AEB4-87DD-054F96C17E33}"/>
              </a:ext>
            </a:extLst>
          </p:cNvPr>
          <p:cNvSpPr>
            <a:spLocks noGrp="1"/>
          </p:cNvSpPr>
          <p:nvPr>
            <p:ph type="sldNum" sz="quarter" idx="12"/>
          </p:nvPr>
        </p:nvSpPr>
        <p:spPr/>
        <p:txBody>
          <a:bodyPr/>
          <a:lstStyle/>
          <a:p>
            <a:fld id="{571638AF-BB9A-4916-B569-BAAD3E480ABD}" type="slidenum">
              <a:rPr lang="en-US" smtClean="0"/>
              <a:t>‹#›</a:t>
            </a:fld>
            <a:endParaRPr lang="en-US"/>
          </a:p>
        </p:txBody>
      </p:sp>
    </p:spTree>
    <p:extLst>
      <p:ext uri="{BB962C8B-B14F-4D97-AF65-F5344CB8AC3E}">
        <p14:creationId xmlns:p14="http://schemas.microsoft.com/office/powerpoint/2010/main" val="3009962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A3887-F573-33AD-0F60-A18E9E7CBF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2DECFF-E26C-BE4E-5A7D-8130A5BA39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D01645-F76D-CCCF-382E-27F029AF55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57823D-EB1C-12ED-49F6-434ECFDE8F9F}"/>
              </a:ext>
            </a:extLst>
          </p:cNvPr>
          <p:cNvSpPr>
            <a:spLocks noGrp="1"/>
          </p:cNvSpPr>
          <p:nvPr>
            <p:ph type="dt" sz="half" idx="10"/>
          </p:nvPr>
        </p:nvSpPr>
        <p:spPr/>
        <p:txBody>
          <a:bodyPr/>
          <a:lstStyle/>
          <a:p>
            <a:fld id="{407330AE-2CF8-4141-A71C-0447601936FA}" type="datetimeFigureOut">
              <a:rPr lang="en-US" smtClean="0"/>
              <a:t>3/8/2025</a:t>
            </a:fld>
            <a:endParaRPr lang="en-US"/>
          </a:p>
        </p:txBody>
      </p:sp>
      <p:sp>
        <p:nvSpPr>
          <p:cNvPr id="6" name="Footer Placeholder 5">
            <a:extLst>
              <a:ext uri="{FF2B5EF4-FFF2-40B4-BE49-F238E27FC236}">
                <a16:creationId xmlns:a16="http://schemas.microsoft.com/office/drawing/2014/main" id="{23FE0640-BD6B-1BB8-B330-DFA1611908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5EF297-BA21-0447-2757-8B6AC96035B2}"/>
              </a:ext>
            </a:extLst>
          </p:cNvPr>
          <p:cNvSpPr>
            <a:spLocks noGrp="1"/>
          </p:cNvSpPr>
          <p:nvPr>
            <p:ph type="sldNum" sz="quarter" idx="12"/>
          </p:nvPr>
        </p:nvSpPr>
        <p:spPr/>
        <p:txBody>
          <a:bodyPr/>
          <a:lstStyle/>
          <a:p>
            <a:fld id="{571638AF-BB9A-4916-B569-BAAD3E480ABD}" type="slidenum">
              <a:rPr lang="en-US" smtClean="0"/>
              <a:t>‹#›</a:t>
            </a:fld>
            <a:endParaRPr lang="en-US"/>
          </a:p>
        </p:txBody>
      </p:sp>
    </p:spTree>
    <p:extLst>
      <p:ext uri="{BB962C8B-B14F-4D97-AF65-F5344CB8AC3E}">
        <p14:creationId xmlns:p14="http://schemas.microsoft.com/office/powerpoint/2010/main" val="1676532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D13C1-FAE5-79A0-108A-CCE7B5414C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94871A-476A-6D33-4661-9D7C7E5DBF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3D2EB-6AAF-91F1-8263-602ADA95E4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ADEC00-A947-3F41-E295-15C884C5705F}"/>
              </a:ext>
            </a:extLst>
          </p:cNvPr>
          <p:cNvSpPr>
            <a:spLocks noGrp="1"/>
          </p:cNvSpPr>
          <p:nvPr>
            <p:ph type="dt" sz="half" idx="10"/>
          </p:nvPr>
        </p:nvSpPr>
        <p:spPr/>
        <p:txBody>
          <a:bodyPr/>
          <a:lstStyle/>
          <a:p>
            <a:fld id="{407330AE-2CF8-4141-A71C-0447601936FA}" type="datetimeFigureOut">
              <a:rPr lang="en-US" smtClean="0"/>
              <a:t>3/8/2025</a:t>
            </a:fld>
            <a:endParaRPr lang="en-US"/>
          </a:p>
        </p:txBody>
      </p:sp>
      <p:sp>
        <p:nvSpPr>
          <p:cNvPr id="6" name="Footer Placeholder 5">
            <a:extLst>
              <a:ext uri="{FF2B5EF4-FFF2-40B4-BE49-F238E27FC236}">
                <a16:creationId xmlns:a16="http://schemas.microsoft.com/office/drawing/2014/main" id="{BAB8A621-82BA-05B3-F2B5-667B4D06D0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502FC7-72F6-6FF3-692B-E3799DC3E64A}"/>
              </a:ext>
            </a:extLst>
          </p:cNvPr>
          <p:cNvSpPr>
            <a:spLocks noGrp="1"/>
          </p:cNvSpPr>
          <p:nvPr>
            <p:ph type="sldNum" sz="quarter" idx="12"/>
          </p:nvPr>
        </p:nvSpPr>
        <p:spPr/>
        <p:txBody>
          <a:bodyPr/>
          <a:lstStyle/>
          <a:p>
            <a:fld id="{571638AF-BB9A-4916-B569-BAAD3E480ABD}" type="slidenum">
              <a:rPr lang="en-US" smtClean="0"/>
              <a:t>‹#›</a:t>
            </a:fld>
            <a:endParaRPr lang="en-US"/>
          </a:p>
        </p:txBody>
      </p:sp>
    </p:spTree>
    <p:extLst>
      <p:ext uri="{BB962C8B-B14F-4D97-AF65-F5344CB8AC3E}">
        <p14:creationId xmlns:p14="http://schemas.microsoft.com/office/powerpoint/2010/main" val="3846301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75224-3944-1BDD-DD42-29E19FCCF3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216E6DD-16AD-DB7A-C7FE-DE5069CD80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68C85A-A9F9-FECF-BF0C-36D759BB0971}"/>
              </a:ext>
            </a:extLst>
          </p:cNvPr>
          <p:cNvSpPr>
            <a:spLocks noGrp="1"/>
          </p:cNvSpPr>
          <p:nvPr>
            <p:ph type="dt" sz="half" idx="10"/>
          </p:nvPr>
        </p:nvSpPr>
        <p:spPr/>
        <p:txBody>
          <a:bodyPr/>
          <a:lstStyle/>
          <a:p>
            <a:fld id="{407330AE-2CF8-4141-A71C-0447601936FA}" type="datetimeFigureOut">
              <a:rPr lang="en-US" smtClean="0"/>
              <a:t>3/8/2025</a:t>
            </a:fld>
            <a:endParaRPr lang="en-US"/>
          </a:p>
        </p:txBody>
      </p:sp>
      <p:sp>
        <p:nvSpPr>
          <p:cNvPr id="5" name="Footer Placeholder 4">
            <a:extLst>
              <a:ext uri="{FF2B5EF4-FFF2-40B4-BE49-F238E27FC236}">
                <a16:creationId xmlns:a16="http://schemas.microsoft.com/office/drawing/2014/main" id="{3214239E-7911-8B96-C0A3-F6AC13E8A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9A47AC-4295-14FF-E5B6-3BF3217EE2DA}"/>
              </a:ext>
            </a:extLst>
          </p:cNvPr>
          <p:cNvSpPr>
            <a:spLocks noGrp="1"/>
          </p:cNvSpPr>
          <p:nvPr>
            <p:ph type="sldNum" sz="quarter" idx="12"/>
          </p:nvPr>
        </p:nvSpPr>
        <p:spPr/>
        <p:txBody>
          <a:bodyPr/>
          <a:lstStyle/>
          <a:p>
            <a:fld id="{571638AF-BB9A-4916-B569-BAAD3E480ABD}" type="slidenum">
              <a:rPr lang="en-US" smtClean="0"/>
              <a:t>‹#›</a:t>
            </a:fld>
            <a:endParaRPr lang="en-US"/>
          </a:p>
        </p:txBody>
      </p:sp>
    </p:spTree>
    <p:extLst>
      <p:ext uri="{BB962C8B-B14F-4D97-AF65-F5344CB8AC3E}">
        <p14:creationId xmlns:p14="http://schemas.microsoft.com/office/powerpoint/2010/main" val="2141377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6F007B-BCDC-A103-CFCD-2BFA726414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5FBC115-CA57-C8C8-EA5B-D3C2E5368A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32C273-1DCB-F464-5E5C-8055725D736D}"/>
              </a:ext>
            </a:extLst>
          </p:cNvPr>
          <p:cNvSpPr>
            <a:spLocks noGrp="1"/>
          </p:cNvSpPr>
          <p:nvPr>
            <p:ph type="dt" sz="half" idx="10"/>
          </p:nvPr>
        </p:nvSpPr>
        <p:spPr/>
        <p:txBody>
          <a:bodyPr/>
          <a:lstStyle/>
          <a:p>
            <a:fld id="{407330AE-2CF8-4141-A71C-0447601936FA}" type="datetimeFigureOut">
              <a:rPr lang="en-US" smtClean="0"/>
              <a:t>3/8/2025</a:t>
            </a:fld>
            <a:endParaRPr lang="en-US"/>
          </a:p>
        </p:txBody>
      </p:sp>
      <p:sp>
        <p:nvSpPr>
          <p:cNvPr id="5" name="Footer Placeholder 4">
            <a:extLst>
              <a:ext uri="{FF2B5EF4-FFF2-40B4-BE49-F238E27FC236}">
                <a16:creationId xmlns:a16="http://schemas.microsoft.com/office/drawing/2014/main" id="{3C572921-B3DC-B4B9-7C33-09DF9B1F60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322A1C-5CD3-521F-29A1-0F41D32368AF}"/>
              </a:ext>
            </a:extLst>
          </p:cNvPr>
          <p:cNvSpPr>
            <a:spLocks noGrp="1"/>
          </p:cNvSpPr>
          <p:nvPr>
            <p:ph type="sldNum" sz="quarter" idx="12"/>
          </p:nvPr>
        </p:nvSpPr>
        <p:spPr/>
        <p:txBody>
          <a:bodyPr/>
          <a:lstStyle/>
          <a:p>
            <a:fld id="{571638AF-BB9A-4916-B569-BAAD3E480ABD}" type="slidenum">
              <a:rPr lang="en-US" smtClean="0"/>
              <a:t>‹#›</a:t>
            </a:fld>
            <a:endParaRPr lang="en-US"/>
          </a:p>
        </p:txBody>
      </p:sp>
    </p:spTree>
    <p:extLst>
      <p:ext uri="{BB962C8B-B14F-4D97-AF65-F5344CB8AC3E}">
        <p14:creationId xmlns:p14="http://schemas.microsoft.com/office/powerpoint/2010/main" val="783953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79B663-9E26-63F8-54B9-F48F78D81A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A968FE-965B-B75C-30FD-614F6ED1A8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79DBB1-4F96-A194-EFA0-2B11BB6F90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7330AE-2CF8-4141-A71C-0447601936FA}" type="datetimeFigureOut">
              <a:rPr lang="en-US" smtClean="0"/>
              <a:t>3/8/2025</a:t>
            </a:fld>
            <a:endParaRPr lang="en-US"/>
          </a:p>
        </p:txBody>
      </p:sp>
      <p:sp>
        <p:nvSpPr>
          <p:cNvPr id="5" name="Footer Placeholder 4">
            <a:extLst>
              <a:ext uri="{FF2B5EF4-FFF2-40B4-BE49-F238E27FC236}">
                <a16:creationId xmlns:a16="http://schemas.microsoft.com/office/drawing/2014/main" id="{930B99A7-DAD9-3A10-7AD9-4E4666889A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131479D-87B3-1883-F626-A51C457149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1638AF-BB9A-4916-B569-BAAD3E480ABD}" type="slidenum">
              <a:rPr lang="en-US" smtClean="0"/>
              <a:t>‹#›</a:t>
            </a:fld>
            <a:endParaRPr lang="en-US"/>
          </a:p>
        </p:txBody>
      </p:sp>
    </p:spTree>
    <p:extLst>
      <p:ext uri="{BB962C8B-B14F-4D97-AF65-F5344CB8AC3E}">
        <p14:creationId xmlns:p14="http://schemas.microsoft.com/office/powerpoint/2010/main" val="642661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74_7C920634.xml"/><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D8237-7ECE-0DF8-7C6C-0A3647C75D39}"/>
              </a:ext>
            </a:extLst>
          </p:cNvPr>
          <p:cNvSpPr>
            <a:spLocks noGrp="1"/>
          </p:cNvSpPr>
          <p:nvPr>
            <p:ph type="ctrTitle"/>
          </p:nvPr>
        </p:nvSpPr>
        <p:spPr>
          <a:xfrm>
            <a:off x="1524000" y="378618"/>
            <a:ext cx="9144000" cy="939483"/>
          </a:xfrm>
        </p:spPr>
        <p:txBody>
          <a:bodyPr>
            <a:normAutofit/>
          </a:bodyPr>
          <a:lstStyle/>
          <a:p>
            <a:r>
              <a:rPr lang="en-US" sz="4800" dirty="0"/>
              <a:t>Section 1</a:t>
            </a:r>
          </a:p>
        </p:txBody>
      </p:sp>
      <p:sp>
        <p:nvSpPr>
          <p:cNvPr id="3" name="Subtitle 2">
            <a:extLst>
              <a:ext uri="{FF2B5EF4-FFF2-40B4-BE49-F238E27FC236}">
                <a16:creationId xmlns:a16="http://schemas.microsoft.com/office/drawing/2014/main" id="{4FABFB04-74FB-3221-A569-A4F720E41E7C}"/>
              </a:ext>
            </a:extLst>
          </p:cNvPr>
          <p:cNvSpPr>
            <a:spLocks noGrp="1"/>
          </p:cNvSpPr>
          <p:nvPr>
            <p:ph type="subTitle" idx="1"/>
          </p:nvPr>
        </p:nvSpPr>
        <p:spPr>
          <a:xfrm>
            <a:off x="1524000" y="1318101"/>
            <a:ext cx="9144000" cy="571659"/>
          </a:xfrm>
        </p:spPr>
        <p:txBody>
          <a:bodyPr>
            <a:normAutofit/>
          </a:bodyPr>
          <a:lstStyle/>
          <a:p>
            <a:r>
              <a:rPr lang="en-US" sz="2800" dirty="0"/>
              <a:t>Ch1. Introduction to Database</a:t>
            </a:r>
          </a:p>
        </p:txBody>
      </p:sp>
      <p:sp>
        <p:nvSpPr>
          <p:cNvPr id="4" name="Subtitle 2">
            <a:extLst>
              <a:ext uri="{FF2B5EF4-FFF2-40B4-BE49-F238E27FC236}">
                <a16:creationId xmlns:a16="http://schemas.microsoft.com/office/drawing/2014/main" id="{0D858D64-E6D1-741A-94A0-5724D81838AC}"/>
              </a:ext>
            </a:extLst>
          </p:cNvPr>
          <p:cNvSpPr txBox="1">
            <a:spLocks/>
          </p:cNvSpPr>
          <p:nvPr/>
        </p:nvSpPr>
        <p:spPr>
          <a:xfrm>
            <a:off x="939800" y="2468324"/>
            <a:ext cx="9144000" cy="26833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sz="2700" b="1" dirty="0">
                <a:latin typeface="Calibri" panose="020F0502020204030204" pitchFamily="34" charset="0"/>
                <a:ea typeface="Calibri" panose="020F0502020204030204" pitchFamily="34" charset="0"/>
                <a:cs typeface="Calibri" panose="020F0502020204030204" pitchFamily="34" charset="0"/>
              </a:rPr>
              <a:t>Slide contents follow</a:t>
            </a:r>
          </a:p>
          <a:p>
            <a:pPr>
              <a:buFont typeface="Arial" panose="020B0604020202020204" pitchFamily="34" charset="0"/>
              <a:buNone/>
            </a:pPr>
            <a:r>
              <a:rPr lang="en-US" sz="2700" dirty="0">
                <a:latin typeface="Calibri" panose="020F0502020204030204" pitchFamily="34" charset="0"/>
                <a:ea typeface="Calibri" panose="020F0502020204030204" pitchFamily="34" charset="0"/>
                <a:cs typeface="Calibri" panose="020F0502020204030204" pitchFamily="34" charset="0"/>
              </a:rPr>
              <a:t>Database System Concepts, 7th edition.</a:t>
            </a:r>
          </a:p>
          <a:p>
            <a:pPr>
              <a:buFont typeface="Arial" panose="020B0604020202020204" pitchFamily="34" charset="0"/>
              <a:buNone/>
            </a:pPr>
            <a:endParaRPr lang="en-US" sz="27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None/>
            </a:pPr>
            <a:r>
              <a:rPr lang="en-US" sz="2700" b="1" dirty="0">
                <a:latin typeface="Calibri" panose="020F0502020204030204" pitchFamily="34" charset="0"/>
                <a:ea typeface="Calibri" panose="020F0502020204030204" pitchFamily="34" charset="0"/>
                <a:cs typeface="Calibri" panose="020F0502020204030204" pitchFamily="34" charset="0"/>
              </a:rPr>
              <a:t>Prepared by:</a:t>
            </a:r>
          </a:p>
          <a:p>
            <a:pPr>
              <a:buFont typeface="Arial" panose="020B0604020202020204" pitchFamily="34" charset="0"/>
              <a:buNone/>
            </a:pPr>
            <a:r>
              <a:rPr lang="en-US" sz="2700" dirty="0"/>
              <a:t>AbdElrahman Rabea, Eng.</a:t>
            </a:r>
            <a:endParaRPr lang="en-US" dirty="0"/>
          </a:p>
        </p:txBody>
      </p:sp>
    </p:spTree>
    <p:extLst>
      <p:ext uri="{BB962C8B-B14F-4D97-AF65-F5344CB8AC3E}">
        <p14:creationId xmlns:p14="http://schemas.microsoft.com/office/powerpoint/2010/main" val="205736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78019-0470-A77F-32C7-FD1E60DF5C2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18116F0-0C79-E5F3-1F92-169970C31AC0}"/>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Motivation</a:t>
            </a:r>
          </a:p>
        </p:txBody>
      </p:sp>
      <p:sp>
        <p:nvSpPr>
          <p:cNvPr id="117" name="Content Placeholder 4">
            <a:extLst>
              <a:ext uri="{FF2B5EF4-FFF2-40B4-BE49-F238E27FC236}">
                <a16:creationId xmlns:a16="http://schemas.microsoft.com/office/drawing/2014/main" id="{EDCF0484-32FA-94EC-A93A-BC12BBC246BC}"/>
              </a:ext>
            </a:extLst>
          </p:cNvPr>
          <p:cNvSpPr>
            <a:spLocks noGrp="1"/>
          </p:cNvSpPr>
          <p:nvPr>
            <p:ph sz="half" idx="1"/>
          </p:nvPr>
        </p:nvSpPr>
        <p:spPr>
          <a:xfrm>
            <a:off x="601979" y="945573"/>
            <a:ext cx="6027421" cy="5912427"/>
          </a:xfrm>
          <a:solidFill>
            <a:srgbClr val="E7E7E7"/>
          </a:solidFill>
          <a:ln>
            <a:noFill/>
          </a:ln>
          <a:effectLst>
            <a:softEdge rad="0"/>
          </a:effectLst>
        </p:spPr>
        <p:txBody>
          <a:bodyPr lIns="182880" tIns="182880">
            <a:noAutofit/>
          </a:bodyPr>
          <a:lstStyle/>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Why should we study database?</a:t>
            </a:r>
          </a:p>
          <a:p>
            <a:r>
              <a:rPr lang="en-US" sz="2400" dirty="0">
                <a:latin typeface="Calibri" panose="020F0502020204030204" pitchFamily="34" charset="0"/>
                <a:ea typeface="Calibri" panose="020F0502020204030204" pitchFamily="34" charset="0"/>
                <a:cs typeface="Calibri" panose="020F0502020204030204" pitchFamily="34" charset="0"/>
              </a:rPr>
              <a:t>Because information are very important </a:t>
            </a:r>
          </a:p>
          <a:p>
            <a:r>
              <a:rPr lang="en-US" sz="2400" dirty="0">
                <a:latin typeface="Calibri" panose="020F0502020204030204" pitchFamily="34" charset="0"/>
                <a:ea typeface="Calibri" panose="020F0502020204030204" pitchFamily="34" charset="0"/>
                <a:cs typeface="Calibri" panose="020F0502020204030204" pitchFamily="34" charset="0"/>
              </a:rPr>
              <a:t>many application is all about data that is, The central aspect of the application is not a program performing some calculation, but rather the data themselves.  </a:t>
            </a:r>
            <a:r>
              <a:rPr lang="en-US" sz="2400" dirty="0">
                <a:solidFill>
                  <a:srgbClr val="0071C5"/>
                </a:solidFill>
                <a:latin typeface="Calibri" panose="020F0502020204030204" pitchFamily="34" charset="0"/>
                <a:ea typeface="Calibri" panose="020F0502020204030204" pitchFamily="34" charset="0"/>
                <a:cs typeface="Calibri" panose="020F0502020204030204" pitchFamily="34" charset="0"/>
              </a:rPr>
              <a:t>(suppose a bank system without its data)</a:t>
            </a:r>
            <a:endParaRPr lang="ar-EG" sz="2400" dirty="0">
              <a:solidFill>
                <a:srgbClr val="0071C5"/>
              </a:solidFill>
              <a:latin typeface="Calibri" panose="020F0502020204030204" pitchFamily="34" charset="0"/>
              <a:ea typeface="Calibri" panose="020F0502020204030204" pitchFamily="34" charset="0"/>
              <a:cs typeface="Calibri" panose="020F0502020204030204" pitchFamily="34" charset="0"/>
            </a:endParaRPr>
          </a:p>
          <a:p>
            <a:r>
              <a:rPr lang="en-US" sz="24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Databases power a wide range of applications, from banking and healthcare to e-commerce and social media.</a:t>
            </a:r>
          </a:p>
          <a:p>
            <a:r>
              <a:rPr lang="en-US" sz="24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Some application: </a:t>
            </a:r>
          </a:p>
          <a:p>
            <a:pPr lvl="1"/>
            <a:r>
              <a:rPr lang="en-US" sz="18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Social Media Networks.</a:t>
            </a:r>
          </a:p>
          <a:p>
            <a:pPr lvl="1"/>
            <a:r>
              <a:rPr lang="en-US" sz="18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Banking Systems.</a:t>
            </a:r>
          </a:p>
          <a:p>
            <a:pPr lvl="1"/>
            <a:r>
              <a:rPr lang="en-US" sz="18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E-Commerce Platforms </a:t>
            </a:r>
          </a:p>
          <a:p>
            <a:endParaRPr lang="en-US" sz="2400" dirty="0">
              <a:solidFill>
                <a:srgbClr val="0071C5"/>
              </a:solidFill>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descr="A blue cylinder with black lines&#10;&#10;AI-generated content may be incorrect.">
            <a:extLst>
              <a:ext uri="{FF2B5EF4-FFF2-40B4-BE49-F238E27FC236}">
                <a16:creationId xmlns:a16="http://schemas.microsoft.com/office/drawing/2014/main" id="{277F8156-6383-0BB4-F41D-5A2941DFAD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9655" y="1765300"/>
            <a:ext cx="3717290" cy="3717290"/>
          </a:xfrm>
          <a:prstGeom prst="rect">
            <a:avLst/>
          </a:prstGeom>
        </p:spPr>
      </p:pic>
    </p:spTree>
    <p:extLst>
      <p:ext uri="{BB962C8B-B14F-4D97-AF65-F5344CB8AC3E}">
        <p14:creationId xmlns:p14="http://schemas.microsoft.com/office/powerpoint/2010/main" val="380534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6C624-FC50-3990-1F53-0CFA9287536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3E79748-FAD6-71DF-BD37-B4840F3C50E9}"/>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Purpose of database</a:t>
            </a:r>
          </a:p>
        </p:txBody>
      </p:sp>
      <p:sp>
        <p:nvSpPr>
          <p:cNvPr id="117" name="Content Placeholder 4">
            <a:extLst>
              <a:ext uri="{FF2B5EF4-FFF2-40B4-BE49-F238E27FC236}">
                <a16:creationId xmlns:a16="http://schemas.microsoft.com/office/drawing/2014/main" id="{2A894E4F-DB94-C7A1-7DC0-3E764DB145CD}"/>
              </a:ext>
            </a:extLst>
          </p:cNvPr>
          <p:cNvSpPr>
            <a:spLocks noGrp="1"/>
          </p:cNvSpPr>
          <p:nvPr>
            <p:ph sz="half" idx="1"/>
          </p:nvPr>
        </p:nvSpPr>
        <p:spPr>
          <a:xfrm>
            <a:off x="601979" y="945573"/>
            <a:ext cx="11150139" cy="5725391"/>
          </a:xfrm>
          <a:solidFill>
            <a:srgbClr val="E7E7E7"/>
          </a:solidFill>
          <a:ln>
            <a:noFill/>
          </a:ln>
          <a:effectLst>
            <a:softEdge rad="0"/>
          </a:effectLst>
        </p:spPr>
        <p:txBody>
          <a:bodyPr lIns="182880" tIns="182880">
            <a:noAutofit/>
          </a:bodyPr>
          <a:lstStyle/>
          <a:p>
            <a:pPr marL="0" indent="0">
              <a:buNone/>
            </a:pPr>
            <a:r>
              <a:rPr kumimoji="1" lang="en-US" altLang="en-US" sz="2400" dirty="0">
                <a:latin typeface="+mn-lt"/>
                <a:cs typeface="ＭＳ Ｐゴシック" charset="0"/>
              </a:rPr>
              <a:t>In the early days, database applications were built directly on top of file systems, which leads to:</a:t>
            </a:r>
            <a:endParaRPr lang="en-US" altLang="en-US" sz="2400" dirty="0"/>
          </a:p>
          <a:p>
            <a:pPr marL="519113"/>
            <a:r>
              <a:rPr lang="en-US" altLang="en-US" sz="2000" b="1" dirty="0"/>
              <a:t>Data redundancy and inconsistency:</a:t>
            </a:r>
            <a:r>
              <a:rPr lang="en-US" altLang="en-US" sz="2000" dirty="0"/>
              <a:t> data is stored  in multiple file formats resulting induplication of information in different files</a:t>
            </a:r>
          </a:p>
          <a:p>
            <a:pPr marL="519113"/>
            <a:r>
              <a:rPr lang="en-US" altLang="en-US" sz="2000" b="1" dirty="0"/>
              <a:t>Difficulty in accessing data </a:t>
            </a:r>
          </a:p>
          <a:p>
            <a:pPr marL="976313" lvl="2"/>
            <a:r>
              <a:rPr lang="en-US" altLang="en-US" sz="1800" dirty="0"/>
              <a:t>Need to write a new program to carry out each new task ( suppose updating some constraint )</a:t>
            </a:r>
          </a:p>
          <a:p>
            <a:pPr marL="519113"/>
            <a:r>
              <a:rPr lang="en-US" altLang="en-US" sz="2000" b="1" dirty="0"/>
              <a:t>Data isolation </a:t>
            </a:r>
          </a:p>
          <a:p>
            <a:pPr marL="976313" lvl="2"/>
            <a:r>
              <a:rPr lang="en-US" altLang="en-US" sz="1800" dirty="0"/>
              <a:t>Different developer - Multiple files and formats</a:t>
            </a:r>
          </a:p>
          <a:p>
            <a:pPr marL="519113"/>
            <a:r>
              <a:rPr lang="en-US" altLang="en-US" sz="2000" b="1" dirty="0"/>
              <a:t>Integrity problems</a:t>
            </a:r>
          </a:p>
          <a:p>
            <a:pPr marL="976313" lvl="2"/>
            <a:r>
              <a:rPr lang="en-US" altLang="en-US" sz="1800" dirty="0"/>
              <a:t>Integrity constraints become </a:t>
            </a:r>
            <a:r>
              <a:rPr lang="ja-JP" altLang="en-US" sz="1800" dirty="0"/>
              <a:t>“</a:t>
            </a:r>
            <a:r>
              <a:rPr lang="en-US" altLang="ja-JP" sz="1800" dirty="0"/>
              <a:t>buried</a:t>
            </a:r>
            <a:r>
              <a:rPr lang="ja-JP" altLang="en-US" sz="1800" dirty="0"/>
              <a:t>”</a:t>
            </a:r>
            <a:r>
              <a:rPr lang="en-US" altLang="ja-JP" sz="1800" dirty="0"/>
              <a:t> in program code rather than being stated explicitly</a:t>
            </a:r>
          </a:p>
          <a:p>
            <a:pPr marL="976313" lvl="2"/>
            <a:r>
              <a:rPr lang="en-US" altLang="en-US" sz="1800" dirty="0"/>
              <a:t>Hard to add new constraints or change existing ones</a:t>
            </a:r>
          </a:p>
          <a:p>
            <a:pPr marL="519113"/>
            <a:r>
              <a:rPr lang="en-US" altLang="en-US" sz="2000" b="1" dirty="0"/>
              <a:t>Atomicity of updates</a:t>
            </a:r>
          </a:p>
          <a:p>
            <a:pPr marL="976313" lvl="2"/>
            <a:r>
              <a:rPr lang="en-US" altLang="en-US" sz="1800" dirty="0"/>
              <a:t>Failures may leave database in an inconsistent state with partial updates carried out</a:t>
            </a:r>
          </a:p>
          <a:p>
            <a:pPr marL="976313" lvl="2"/>
            <a:r>
              <a:rPr lang="en-US" altLang="en-US" sz="1800" dirty="0"/>
              <a:t>Example: Transfer of funds from one account to another should either complete or not happen at all</a:t>
            </a:r>
          </a:p>
          <a:p>
            <a:pPr marL="0" indent="0">
              <a:buNone/>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84318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7">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7">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7">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907E2-6DD5-4DC5-F1E0-675114610BE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190DD19-2E5A-0E55-DD87-1ECD508A8874}"/>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Purpose of database</a:t>
            </a:r>
          </a:p>
        </p:txBody>
      </p:sp>
      <p:sp>
        <p:nvSpPr>
          <p:cNvPr id="117" name="Content Placeholder 4">
            <a:extLst>
              <a:ext uri="{FF2B5EF4-FFF2-40B4-BE49-F238E27FC236}">
                <a16:creationId xmlns:a16="http://schemas.microsoft.com/office/drawing/2014/main" id="{C05A25FB-CFFD-D761-78F7-057F229FF3F0}"/>
              </a:ext>
            </a:extLst>
          </p:cNvPr>
          <p:cNvSpPr>
            <a:spLocks noGrp="1"/>
          </p:cNvSpPr>
          <p:nvPr>
            <p:ph sz="half" idx="1"/>
          </p:nvPr>
        </p:nvSpPr>
        <p:spPr>
          <a:xfrm>
            <a:off x="601979" y="945573"/>
            <a:ext cx="11150139" cy="5725391"/>
          </a:xfrm>
          <a:solidFill>
            <a:srgbClr val="E7E7E7"/>
          </a:solidFill>
          <a:ln>
            <a:noFill/>
          </a:ln>
          <a:effectLst>
            <a:softEdge rad="0"/>
          </a:effectLst>
        </p:spPr>
        <p:txBody>
          <a:bodyPr lIns="182880" tIns="182880">
            <a:noAutofit/>
          </a:bodyPr>
          <a:lstStyle/>
          <a:p>
            <a:pPr marL="0" indent="0">
              <a:buNone/>
            </a:pPr>
            <a:r>
              <a:rPr kumimoji="1" lang="en-US" altLang="en-US" sz="2400" dirty="0">
                <a:latin typeface="+mn-lt"/>
                <a:cs typeface="ＭＳ Ｐゴシック" charset="0"/>
              </a:rPr>
              <a:t>In the early days, database applications were built directly on top of file systems, which leads to:</a:t>
            </a:r>
            <a:endParaRPr lang="en-US" altLang="en-US" sz="2400" dirty="0"/>
          </a:p>
          <a:p>
            <a:pPr marL="290513"/>
            <a:r>
              <a:rPr lang="en-US" altLang="en-US" sz="2000" b="1" dirty="0"/>
              <a:t>Concurrent access by multiple users</a:t>
            </a:r>
          </a:p>
          <a:p>
            <a:pPr marL="747713" lvl="2"/>
            <a:r>
              <a:rPr lang="en-US" altLang="en-US" sz="1800" dirty="0"/>
              <a:t>Concurrent access needed for performance</a:t>
            </a:r>
          </a:p>
          <a:p>
            <a:pPr marL="747713" lvl="2"/>
            <a:r>
              <a:rPr lang="en-US" altLang="en-US" sz="1800" dirty="0"/>
              <a:t>Uncontrolled concurrent accesses can lead to inconsistencies</a:t>
            </a:r>
          </a:p>
          <a:p>
            <a:pPr marL="747713" lvl="3"/>
            <a:r>
              <a:rPr lang="en-US" altLang="en-US" dirty="0"/>
              <a:t>Ex: Two people reading a balance (say 100) and updating it by withdrawing money (say 50 each) at the same time</a:t>
            </a:r>
          </a:p>
          <a:p>
            <a:pPr marL="290513"/>
            <a:r>
              <a:rPr lang="en-US" altLang="en-US" sz="2000" b="1" dirty="0"/>
              <a:t>Security problems</a:t>
            </a:r>
          </a:p>
          <a:p>
            <a:pPr marL="747713" lvl="2"/>
            <a:r>
              <a:rPr lang="en-US" altLang="en-US" sz="1800" dirty="0"/>
              <a:t>Ex: Hard to provide user access to some, but not all, data</a:t>
            </a:r>
          </a:p>
          <a:p>
            <a:pPr marL="0" indent="0">
              <a:buNone/>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53623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7">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C4AF3-7646-C185-577D-E71E504B7C7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5A3F8E7-7F53-4137-D4AC-E4E24E630332}"/>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Exploring the solution</a:t>
            </a:r>
          </a:p>
        </p:txBody>
      </p:sp>
      <p:sp>
        <p:nvSpPr>
          <p:cNvPr id="117" name="Content Placeholder 4">
            <a:extLst>
              <a:ext uri="{FF2B5EF4-FFF2-40B4-BE49-F238E27FC236}">
                <a16:creationId xmlns:a16="http://schemas.microsoft.com/office/drawing/2014/main" id="{CF983617-F4BF-9F26-78EA-92E932900BA3}"/>
              </a:ext>
            </a:extLst>
          </p:cNvPr>
          <p:cNvSpPr>
            <a:spLocks noGrp="1"/>
          </p:cNvSpPr>
          <p:nvPr>
            <p:ph sz="half" idx="1"/>
          </p:nvPr>
        </p:nvSpPr>
        <p:spPr>
          <a:xfrm>
            <a:off x="601979" y="945573"/>
            <a:ext cx="11150139" cy="5725391"/>
          </a:xfrm>
          <a:solidFill>
            <a:srgbClr val="E7E7E7"/>
          </a:solidFill>
          <a:ln>
            <a:noFill/>
          </a:ln>
          <a:effectLst>
            <a:softEdge rad="0"/>
          </a:effectLst>
        </p:spPr>
        <p:txBody>
          <a:bodyPr lIns="182880" tIns="182880">
            <a:no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There exist a solution that solves all of the previous problems.</a:t>
            </a:r>
          </a:p>
          <a:p>
            <a:r>
              <a:rPr lang="en-US" sz="2400" dirty="0">
                <a:latin typeface="Calibri" panose="020F0502020204030204" pitchFamily="34" charset="0"/>
                <a:ea typeface="Calibri" panose="020F0502020204030204" pitchFamily="34" charset="0"/>
                <a:cs typeface="Calibri" panose="020F0502020204030204" pitchFamily="34" charset="0"/>
              </a:rPr>
              <a:t>Database system: is a collection of interrelated data and a set of programs that allow users to access and modify these data. </a:t>
            </a:r>
          </a:p>
          <a:p>
            <a:r>
              <a:rPr lang="en-US" sz="2400" dirty="0">
                <a:latin typeface="Calibri" panose="020F0502020204030204" pitchFamily="34" charset="0"/>
                <a:ea typeface="Calibri" panose="020F0502020204030204" pitchFamily="34" charset="0"/>
                <a:cs typeface="Calibri" panose="020F0502020204030204" pitchFamily="34" charset="0"/>
              </a:rPr>
              <a:t>Database: is a collection of interrelated data</a:t>
            </a:r>
          </a:p>
          <a:p>
            <a:r>
              <a:rPr lang="en-US" sz="2400" dirty="0">
                <a:latin typeface="Calibri" panose="020F0502020204030204" pitchFamily="34" charset="0"/>
                <a:ea typeface="Calibri" panose="020F0502020204030204" pitchFamily="34" charset="0"/>
                <a:cs typeface="Calibri" panose="020F0502020204030204" pitchFamily="34" charset="0"/>
              </a:rPr>
              <a:t>database-management system (DBMS): </a:t>
            </a:r>
          </a:p>
          <a:p>
            <a:pPr lvl="1"/>
            <a:r>
              <a:rPr lang="en-US" sz="2000" dirty="0">
                <a:latin typeface="Calibri" panose="020F0502020204030204" pitchFamily="34" charset="0"/>
                <a:ea typeface="Calibri" panose="020F0502020204030204" pitchFamily="34" charset="0"/>
                <a:cs typeface="Calibri" panose="020F0502020204030204" pitchFamily="34" charset="0"/>
              </a:rPr>
              <a:t>the software that manages the database.</a:t>
            </a:r>
          </a:p>
          <a:p>
            <a:pPr lvl="1"/>
            <a:r>
              <a:rPr lang="en-US" sz="2000" dirty="0">
                <a:latin typeface="Calibri" panose="020F0502020204030204" pitchFamily="34" charset="0"/>
                <a:ea typeface="Calibri" panose="020F0502020204030204" pitchFamily="34" charset="0"/>
                <a:cs typeface="Calibri" panose="020F0502020204030204" pitchFamily="34" charset="0"/>
              </a:rPr>
              <a:t>It’s primary goal is to provide a way to </a:t>
            </a:r>
            <a:r>
              <a:rPr lang="en-US" sz="2000" b="1" dirty="0">
                <a:latin typeface="Calibri" panose="020F0502020204030204" pitchFamily="34" charset="0"/>
                <a:ea typeface="Calibri" panose="020F0502020204030204" pitchFamily="34" charset="0"/>
                <a:cs typeface="Calibri" panose="020F0502020204030204" pitchFamily="34" charset="0"/>
              </a:rPr>
              <a:t>store</a:t>
            </a:r>
            <a:r>
              <a:rPr lang="en-US" sz="2000" dirty="0">
                <a:latin typeface="Calibri" panose="020F0502020204030204" pitchFamily="34" charset="0"/>
                <a:ea typeface="Calibri" panose="020F0502020204030204" pitchFamily="34" charset="0"/>
                <a:cs typeface="Calibri" panose="020F0502020204030204" pitchFamily="34" charset="0"/>
              </a:rPr>
              <a:t> and </a:t>
            </a:r>
            <a:r>
              <a:rPr lang="en-US" sz="2000" b="1" dirty="0">
                <a:latin typeface="Calibri" panose="020F0502020204030204" pitchFamily="34" charset="0"/>
                <a:ea typeface="Calibri" panose="020F0502020204030204" pitchFamily="34" charset="0"/>
                <a:cs typeface="Calibri" panose="020F0502020204030204" pitchFamily="34" charset="0"/>
              </a:rPr>
              <a:t>retrieve</a:t>
            </a:r>
            <a:r>
              <a:rPr lang="en-US" sz="2000" dirty="0">
                <a:latin typeface="Calibri" panose="020F0502020204030204" pitchFamily="34" charset="0"/>
                <a:ea typeface="Calibri" panose="020F0502020204030204" pitchFamily="34" charset="0"/>
                <a:cs typeface="Calibri" panose="020F0502020204030204" pitchFamily="34" charset="0"/>
              </a:rPr>
              <a:t> database information that is both </a:t>
            </a:r>
            <a:r>
              <a:rPr lang="en-US" sz="2000" b="1" dirty="0">
                <a:latin typeface="Calibri" panose="020F0502020204030204" pitchFamily="34" charset="0"/>
                <a:ea typeface="Calibri" panose="020F0502020204030204" pitchFamily="34" charset="0"/>
                <a:cs typeface="Calibri" panose="020F0502020204030204" pitchFamily="34" charset="0"/>
              </a:rPr>
              <a:t>convenient</a:t>
            </a:r>
            <a:r>
              <a:rPr lang="en-US" sz="2000" dirty="0">
                <a:latin typeface="Calibri" panose="020F0502020204030204" pitchFamily="34" charset="0"/>
                <a:ea typeface="Calibri" panose="020F0502020204030204" pitchFamily="34" charset="0"/>
                <a:cs typeface="Calibri" panose="020F0502020204030204" pitchFamily="34" charset="0"/>
              </a:rPr>
              <a:t> and </a:t>
            </a:r>
            <a:r>
              <a:rPr lang="en-US" sz="2000" b="1" dirty="0">
                <a:latin typeface="Calibri" panose="020F0502020204030204" pitchFamily="34" charset="0"/>
                <a:ea typeface="Calibri" panose="020F0502020204030204" pitchFamily="34" charset="0"/>
                <a:cs typeface="Calibri" panose="020F0502020204030204" pitchFamily="34" charset="0"/>
              </a:rPr>
              <a:t>efficient</a:t>
            </a:r>
            <a:r>
              <a:rPr lang="en-US" sz="2000" dirty="0">
                <a:latin typeface="Calibri" panose="020F0502020204030204" pitchFamily="34" charset="0"/>
                <a:ea typeface="Calibri" panose="020F0502020204030204" pitchFamily="34" charset="0"/>
                <a:cs typeface="Calibri" panose="020F0502020204030204" pitchFamily="34" charset="0"/>
              </a:rPr>
              <a:t>.</a:t>
            </a:r>
          </a:p>
          <a:p>
            <a:pPr lvl="1"/>
            <a:r>
              <a:rPr lang="en-US" sz="2000" dirty="0">
                <a:latin typeface="Calibri" panose="020F0502020204030204" pitchFamily="34" charset="0"/>
                <a:ea typeface="Calibri" panose="020F0502020204030204" pitchFamily="34" charset="0"/>
                <a:cs typeface="Calibri" panose="020F0502020204030204" pitchFamily="34" charset="0"/>
              </a:rPr>
              <a:t>Ex. Microsoft SQL Server, </a:t>
            </a:r>
            <a:r>
              <a:rPr lang="en-US" sz="2000" dirty="0" err="1">
                <a:latin typeface="Calibri" panose="020F0502020204030204" pitchFamily="34" charset="0"/>
                <a:ea typeface="Calibri" panose="020F0502020204030204" pitchFamily="34" charset="0"/>
                <a:cs typeface="Calibri" panose="020F0502020204030204" pitchFamily="34" charset="0"/>
              </a:rPr>
              <a:t>MySql</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457200" lvl="1"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lvl="1"/>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24277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00A9B-12FC-A5D0-4955-06DBF55CD9C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6159E88-39A0-FCF3-F5C5-9E651BCA6814}"/>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a:solidFill>
                  <a:srgbClr val="333333"/>
                </a:solidFill>
                <a:latin typeface="Calibri" panose="020F0502020204030204" pitchFamily="34" charset="0"/>
                <a:ea typeface="Calibri" panose="020F0502020204030204" pitchFamily="34" charset="0"/>
                <a:cs typeface="Calibri" panose="020F0502020204030204" pitchFamily="34" charset="0"/>
              </a:rPr>
              <a:t>Some benefits of DBMS</a:t>
            </a:r>
            <a:endPar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endParaRPr>
          </a:p>
        </p:txBody>
      </p:sp>
      <p:sp>
        <p:nvSpPr>
          <p:cNvPr id="117" name="Content Placeholder 4">
            <a:extLst>
              <a:ext uri="{FF2B5EF4-FFF2-40B4-BE49-F238E27FC236}">
                <a16:creationId xmlns:a16="http://schemas.microsoft.com/office/drawing/2014/main" id="{AC35CA5A-FB59-0C55-7E70-C49E70C82A99}"/>
              </a:ext>
            </a:extLst>
          </p:cNvPr>
          <p:cNvSpPr>
            <a:spLocks noGrp="1"/>
          </p:cNvSpPr>
          <p:nvPr>
            <p:ph sz="half" idx="1"/>
          </p:nvPr>
        </p:nvSpPr>
        <p:spPr>
          <a:xfrm>
            <a:off x="601979" y="945573"/>
            <a:ext cx="11192624" cy="5725391"/>
          </a:xfrm>
          <a:solidFill>
            <a:srgbClr val="E7E7E7"/>
          </a:solidFill>
          <a:ln>
            <a:noFill/>
          </a:ln>
          <a:effectLst>
            <a:softEdge rad="0"/>
          </a:effectLst>
        </p:spPr>
        <p:txBody>
          <a:bodyPr lIns="182880" tIns="182880">
            <a:noAutofit/>
          </a:bodyPr>
          <a:lstStyle/>
          <a:p>
            <a:pPr marL="457200" lvl="1" indent="0">
              <a:buNone/>
            </a:pPr>
            <a:r>
              <a:rPr lang="en-US" sz="2800" dirty="0">
                <a:latin typeface="Calibri" panose="020F0502020204030204" pitchFamily="34" charset="0"/>
                <a:ea typeface="Calibri" panose="020F0502020204030204" pitchFamily="34" charset="0"/>
                <a:cs typeface="Calibri" panose="020F0502020204030204" pitchFamily="34" charset="0"/>
              </a:rPr>
              <a:t>DBMS Facilitates all of these</a:t>
            </a:r>
          </a:p>
          <a:p>
            <a:pPr marL="914400" lvl="1"/>
            <a:r>
              <a:rPr lang="en-US" dirty="0">
                <a:latin typeface="Calibri" panose="020F0502020204030204" pitchFamily="34" charset="0"/>
                <a:ea typeface="Calibri" panose="020F0502020204030204" pitchFamily="34" charset="0"/>
                <a:cs typeface="Calibri" panose="020F0502020204030204" pitchFamily="34" charset="0"/>
              </a:rPr>
              <a:t>Data Storage: Stores data in a structured format (e.g., tables in a relational database).</a:t>
            </a:r>
          </a:p>
          <a:p>
            <a:pPr marL="914400" lvl="1"/>
            <a:r>
              <a:rPr lang="en-US" dirty="0">
                <a:latin typeface="Calibri" panose="020F0502020204030204" pitchFamily="34" charset="0"/>
                <a:ea typeface="Calibri" panose="020F0502020204030204" pitchFamily="34" charset="0"/>
                <a:cs typeface="Calibri" panose="020F0502020204030204" pitchFamily="34" charset="0"/>
              </a:rPr>
              <a:t>Data Retrieval: Allows users to query and retrieve data (e.g., using SQL)</a:t>
            </a:r>
          </a:p>
          <a:p>
            <a:pPr marL="914400" lvl="1"/>
            <a:r>
              <a:rPr lang="en-US" dirty="0">
                <a:latin typeface="Calibri" panose="020F0502020204030204" pitchFamily="34" charset="0"/>
                <a:ea typeface="Calibri" panose="020F0502020204030204" pitchFamily="34" charset="0"/>
                <a:cs typeface="Calibri" panose="020F0502020204030204" pitchFamily="34" charset="0"/>
              </a:rPr>
              <a:t>Data Manipulation: Enables users to insert, update, and delete data.</a:t>
            </a:r>
          </a:p>
          <a:p>
            <a:pPr marL="914400" lvl="1"/>
            <a:r>
              <a:rPr lang="en-US" dirty="0">
                <a:latin typeface="Calibri" panose="020F0502020204030204" pitchFamily="34" charset="0"/>
                <a:ea typeface="Calibri" panose="020F0502020204030204" pitchFamily="34" charset="0"/>
                <a:cs typeface="Calibri" panose="020F0502020204030204" pitchFamily="34" charset="0"/>
              </a:rPr>
              <a:t>Data Security: Controls access to the data (e.g., user authentication and authorization).</a:t>
            </a:r>
          </a:p>
          <a:p>
            <a:pPr marL="914400" lvl="1"/>
            <a:r>
              <a:rPr lang="en-US" dirty="0">
                <a:latin typeface="Calibri" panose="020F0502020204030204" pitchFamily="34" charset="0"/>
                <a:ea typeface="Calibri" panose="020F0502020204030204" pitchFamily="34" charset="0"/>
                <a:cs typeface="Calibri" panose="020F0502020204030204" pitchFamily="34" charset="0"/>
              </a:rPr>
              <a:t>Data Integrity: Enforces rules to ensure data accuracy and consistency (e.g., constraints like primary keys).</a:t>
            </a:r>
          </a:p>
          <a:p>
            <a:pPr marL="914400" lvl="1"/>
            <a:r>
              <a:rPr lang="en-US" dirty="0">
                <a:latin typeface="Calibri" panose="020F0502020204030204" pitchFamily="34" charset="0"/>
                <a:ea typeface="Calibri" panose="020F0502020204030204" pitchFamily="34" charset="0"/>
                <a:cs typeface="Calibri" panose="020F0502020204030204" pitchFamily="34" charset="0"/>
              </a:rPr>
              <a:t>Concurrency Control: Manages simultaneous access by multiple users.</a:t>
            </a:r>
          </a:p>
          <a:p>
            <a:pPr marL="914400" lvl="1"/>
            <a:r>
              <a:rPr lang="en-US" dirty="0">
                <a:latin typeface="Calibri" panose="020F0502020204030204" pitchFamily="34" charset="0"/>
                <a:ea typeface="Calibri" panose="020F0502020204030204" pitchFamily="34" charset="0"/>
                <a:cs typeface="Calibri" panose="020F0502020204030204" pitchFamily="34" charset="0"/>
              </a:rPr>
              <a:t>Backup and Recovery: Ensures data is not lost in case of failures.</a:t>
            </a:r>
          </a:p>
          <a:p>
            <a:pPr marL="914400" lvl="1"/>
            <a:r>
              <a:rPr lang="en-US" dirty="0">
                <a:latin typeface="Calibri" panose="020F0502020204030204" pitchFamily="34" charset="0"/>
                <a:ea typeface="Calibri" panose="020F0502020204030204" pitchFamily="34" charset="0"/>
                <a:cs typeface="Calibri" panose="020F0502020204030204" pitchFamily="34" charset="0"/>
              </a:rPr>
              <a:t>provide users with an </a:t>
            </a:r>
            <a:r>
              <a:rPr lang="en-US" b="1" dirty="0">
                <a:latin typeface="Calibri" panose="020F0502020204030204" pitchFamily="34" charset="0"/>
                <a:ea typeface="Calibri" panose="020F0502020204030204" pitchFamily="34" charset="0"/>
                <a:cs typeface="Calibri" panose="020F0502020204030204" pitchFamily="34" charset="0"/>
              </a:rPr>
              <a:t>abstract view </a:t>
            </a:r>
            <a:r>
              <a:rPr lang="en-US" dirty="0">
                <a:latin typeface="Calibri" panose="020F0502020204030204" pitchFamily="34" charset="0"/>
                <a:ea typeface="Calibri" panose="020F0502020204030204" pitchFamily="34" charset="0"/>
                <a:cs typeface="Calibri" panose="020F0502020204030204" pitchFamily="34" charset="0"/>
              </a:rPr>
              <a:t>of the data.</a:t>
            </a:r>
          </a:p>
          <a:p>
            <a:pPr marL="914400" lvl="1"/>
            <a:r>
              <a:rPr lang="en-US" dirty="0">
                <a:latin typeface="Calibri" panose="020F0502020204030204" pitchFamily="34" charset="0"/>
                <a:ea typeface="Calibri" panose="020F0502020204030204" pitchFamily="34" charset="0"/>
                <a:cs typeface="Calibri" panose="020F0502020204030204" pitchFamily="34" charset="0"/>
              </a:rPr>
              <a:t>And much more …</a:t>
            </a:r>
          </a:p>
          <a:p>
            <a:pPr lvl="1">
              <a:buFontTx/>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90694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60621-197C-3B30-C6F7-EB651E8782A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B03EEC-5FAC-DD23-E79D-6B8D8FF37412}"/>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View of Data </a:t>
            </a:r>
            <a:r>
              <a:rPr lang="en-US" sz="4000" dirty="0">
                <a:solidFill>
                  <a:srgbClr val="FF0000"/>
                </a:solidFill>
                <a:latin typeface="Calibri" panose="020F0502020204030204" pitchFamily="34" charset="0"/>
                <a:ea typeface="Calibri" panose="020F0502020204030204" pitchFamily="34" charset="0"/>
                <a:cs typeface="Calibri" panose="020F0502020204030204" pitchFamily="34" charset="0"/>
              </a:rPr>
              <a:t>and data models</a:t>
            </a:r>
          </a:p>
        </p:txBody>
      </p:sp>
      <p:sp>
        <p:nvSpPr>
          <p:cNvPr id="117" name="Content Placeholder 4">
            <a:extLst>
              <a:ext uri="{FF2B5EF4-FFF2-40B4-BE49-F238E27FC236}">
                <a16:creationId xmlns:a16="http://schemas.microsoft.com/office/drawing/2014/main" id="{655089EE-5CE8-A498-2746-0791CBA8BFBD}"/>
              </a:ext>
            </a:extLst>
          </p:cNvPr>
          <p:cNvSpPr>
            <a:spLocks noGrp="1"/>
          </p:cNvSpPr>
          <p:nvPr>
            <p:ph sz="half" idx="1"/>
          </p:nvPr>
        </p:nvSpPr>
        <p:spPr>
          <a:xfrm>
            <a:off x="601980" y="945573"/>
            <a:ext cx="5642956" cy="5725391"/>
          </a:xfrm>
          <a:solidFill>
            <a:srgbClr val="E7E7E7"/>
          </a:solidFill>
          <a:ln>
            <a:noFill/>
          </a:ln>
          <a:effectLst>
            <a:softEdge rad="0"/>
          </a:effectLst>
        </p:spPr>
        <p:txBody>
          <a:bodyPr lIns="182880" tIns="182880">
            <a:noAutofit/>
          </a:bodyPr>
          <a:lstStyle/>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A major purpose of a database system is to provide users with an </a:t>
            </a:r>
            <a:r>
              <a:rPr lang="en-US" sz="2000" b="1" dirty="0">
                <a:latin typeface="Calibri" panose="020F0502020204030204" pitchFamily="34" charset="0"/>
                <a:ea typeface="Calibri" panose="020F0502020204030204" pitchFamily="34" charset="0"/>
                <a:cs typeface="Calibri" panose="020F0502020204030204" pitchFamily="34" charset="0"/>
              </a:rPr>
              <a:t>abstract view </a:t>
            </a:r>
            <a:r>
              <a:rPr lang="en-US" sz="2000" dirty="0">
                <a:latin typeface="Calibri" panose="020F0502020204030204" pitchFamily="34" charset="0"/>
                <a:ea typeface="Calibri" panose="020F0502020204030204" pitchFamily="34" charset="0"/>
                <a:cs typeface="Calibri" panose="020F0502020204030204" pitchFamily="34" charset="0"/>
              </a:rPr>
              <a:t>of the data.</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Data abstraction</a:t>
            </a:r>
          </a:p>
          <a:p>
            <a:r>
              <a:rPr lang="en-US" sz="2400" dirty="0">
                <a:latin typeface="Calibri" panose="020F0502020204030204" pitchFamily="34" charset="0"/>
                <a:ea typeface="Calibri" panose="020F0502020204030204" pitchFamily="34" charset="0"/>
                <a:cs typeface="Calibri" panose="020F0502020204030204" pitchFamily="34" charset="0"/>
              </a:rPr>
              <a:t>Hide the complexity  of data structures to represent data in the database from users through several levels of data abstraction.</a:t>
            </a:r>
          </a:p>
          <a:p>
            <a:pPr lvl="1"/>
            <a:r>
              <a:rPr lang="en-US" sz="2000" dirty="0">
                <a:latin typeface="Calibri" panose="020F0502020204030204" pitchFamily="34" charset="0"/>
                <a:ea typeface="Calibri" panose="020F0502020204030204" pitchFamily="34" charset="0"/>
                <a:cs typeface="Calibri" panose="020F0502020204030204" pitchFamily="34" charset="0"/>
              </a:rPr>
              <a:t>Why? For the system to be usable, it must retrieve data efficiently. The need for efficiency has led database system developers to use complex data structures to represent data in the database. Since many database-system users are not computer trained, developers hide the complexity from users through several levels of data abstraction, to simplify users’ interactions with the system. </a:t>
            </a:r>
            <a:r>
              <a:rPr lang="en-US" sz="2000" dirty="0">
                <a:solidFill>
                  <a:srgbClr val="FF0000"/>
                </a:solidFill>
                <a:latin typeface="Calibri" panose="020F0502020204030204" pitchFamily="34" charset="0"/>
                <a:ea typeface="Calibri" panose="020F0502020204030204" pitchFamily="34" charset="0"/>
                <a:cs typeface="Calibri" panose="020F0502020204030204" pitchFamily="34" charset="0"/>
              </a:rPr>
              <a:t>Many benefits will be discussed later.</a:t>
            </a:r>
            <a:endParaRPr lang="en-US" sz="32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8">
            <a:extLst>
              <a:ext uri="{FF2B5EF4-FFF2-40B4-BE49-F238E27FC236}">
                <a16:creationId xmlns:a16="http://schemas.microsoft.com/office/drawing/2014/main" id="{DCA23862-7938-4193-3419-EAEC411D45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2272" y="2565617"/>
            <a:ext cx="5012055" cy="2934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4753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ECCA7-7C10-C25E-0C15-C116CD4DFC4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CB5E682-EBDA-9DD5-1852-30684B8A2593}"/>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View of Data </a:t>
            </a:r>
            <a:r>
              <a:rPr lang="en-US" sz="4000" dirty="0">
                <a:solidFill>
                  <a:srgbClr val="FF0000"/>
                </a:solidFill>
                <a:latin typeface="Calibri" panose="020F0502020204030204" pitchFamily="34" charset="0"/>
                <a:ea typeface="Calibri" panose="020F0502020204030204" pitchFamily="34" charset="0"/>
                <a:cs typeface="Calibri" panose="020F0502020204030204" pitchFamily="34" charset="0"/>
              </a:rPr>
              <a:t>and data models</a:t>
            </a:r>
          </a:p>
        </p:txBody>
      </p:sp>
      <p:sp>
        <p:nvSpPr>
          <p:cNvPr id="117" name="Content Placeholder 4">
            <a:extLst>
              <a:ext uri="{FF2B5EF4-FFF2-40B4-BE49-F238E27FC236}">
                <a16:creationId xmlns:a16="http://schemas.microsoft.com/office/drawing/2014/main" id="{80FA3F4E-F36B-0DE4-95C3-CEFACEC84C61}"/>
              </a:ext>
            </a:extLst>
          </p:cNvPr>
          <p:cNvSpPr>
            <a:spLocks noGrp="1"/>
          </p:cNvSpPr>
          <p:nvPr>
            <p:ph sz="half" idx="1"/>
          </p:nvPr>
        </p:nvSpPr>
        <p:spPr>
          <a:xfrm>
            <a:off x="601980" y="945573"/>
            <a:ext cx="5642956" cy="5725391"/>
          </a:xfrm>
          <a:solidFill>
            <a:srgbClr val="E7E7E7"/>
          </a:solidFill>
          <a:ln>
            <a:noFill/>
          </a:ln>
          <a:effectLst>
            <a:softEdge rad="0"/>
          </a:effectLst>
        </p:spPr>
        <p:txBody>
          <a:bodyPr lIns="182880" tIns="182880">
            <a:noAutofit/>
          </a:bodyPr>
          <a:lstStyle/>
          <a:p>
            <a:endParaRPr lang="en-US" sz="2000" b="0" i="0" dirty="0">
              <a:solidFill>
                <a:srgbClr val="242021"/>
              </a:solidFill>
              <a:effectLst/>
              <a:latin typeface="Calibri" panose="020F0502020204030204" pitchFamily="34" charset="0"/>
              <a:ea typeface="Calibri" panose="020F0502020204030204" pitchFamily="34" charset="0"/>
              <a:cs typeface="Calibri" panose="020F0502020204030204" pitchFamily="34" charset="0"/>
            </a:endParaRPr>
          </a:p>
          <a:p>
            <a:r>
              <a:rPr lang="en-US" sz="2000" b="0" i="0" dirty="0">
                <a:solidFill>
                  <a:srgbClr val="242021"/>
                </a:solidFill>
                <a:effectLst/>
                <a:latin typeface="Calibri" panose="020F0502020204030204" pitchFamily="34" charset="0"/>
                <a:ea typeface="Calibri" panose="020F0502020204030204" pitchFamily="34" charset="0"/>
                <a:cs typeface="Calibri" panose="020F0502020204030204" pitchFamily="34" charset="0"/>
              </a:rPr>
              <a:t>The lowest level of abstraction describes </a:t>
            </a:r>
            <a:r>
              <a:rPr lang="en-US" sz="2000" b="1" i="1" dirty="0">
                <a:solidFill>
                  <a:srgbClr val="242021"/>
                </a:solidFill>
                <a:effectLst/>
                <a:latin typeface="Calibri" panose="020F0502020204030204" pitchFamily="34" charset="0"/>
                <a:ea typeface="Calibri" panose="020F0502020204030204" pitchFamily="34" charset="0"/>
                <a:cs typeface="Calibri" panose="020F0502020204030204" pitchFamily="34" charset="0"/>
              </a:rPr>
              <a:t>how</a:t>
            </a:r>
            <a:r>
              <a:rPr lang="en-US" sz="2000" b="0" i="1" dirty="0">
                <a:solidFill>
                  <a:srgbClr val="242021"/>
                </a:solidFill>
                <a:effectLst/>
                <a:latin typeface="Calibri" panose="020F0502020204030204" pitchFamily="34" charset="0"/>
                <a:ea typeface="Calibri" panose="020F0502020204030204" pitchFamily="34" charset="0"/>
                <a:cs typeface="Calibri" panose="020F0502020204030204" pitchFamily="34" charset="0"/>
              </a:rPr>
              <a:t> </a:t>
            </a:r>
            <a:r>
              <a:rPr lang="en-US" sz="2000" b="0" i="0" dirty="0">
                <a:solidFill>
                  <a:srgbClr val="242021"/>
                </a:solidFill>
                <a:effectLst/>
                <a:latin typeface="Calibri" panose="020F0502020204030204" pitchFamily="34" charset="0"/>
                <a:ea typeface="Calibri" panose="020F0502020204030204" pitchFamily="34" charset="0"/>
                <a:cs typeface="Calibri" panose="020F0502020204030204" pitchFamily="34" charset="0"/>
              </a:rPr>
              <a:t>the data are actually stored. The physical level describes complex low-level data structures in detail.</a:t>
            </a:r>
          </a:p>
          <a:p>
            <a:r>
              <a:rPr lang="en-US" sz="2000" dirty="0">
                <a:latin typeface="Calibri" panose="020F0502020204030204" pitchFamily="34" charset="0"/>
                <a:ea typeface="Calibri" panose="020F0502020204030204" pitchFamily="34" charset="0"/>
                <a:cs typeface="Calibri" panose="020F0502020204030204" pitchFamily="34" charset="0"/>
              </a:rPr>
              <a:t>Database systems use complex data structures to store and retrieve data efficiently.</a:t>
            </a:r>
            <a:endParaRPr lang="en-US" sz="20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These structures help manage large datasets, reduce disk I/O, and improve performance.</a:t>
            </a:r>
          </a:p>
          <a:p>
            <a:pPr lvl="1"/>
            <a:r>
              <a:rPr lang="en-US" sz="1800" dirty="0">
                <a:latin typeface="Calibri" panose="020F0502020204030204" pitchFamily="34" charset="0"/>
                <a:ea typeface="Calibri" panose="020F0502020204030204" pitchFamily="34" charset="0"/>
                <a:cs typeface="Calibri" panose="020F0502020204030204" pitchFamily="34" charset="0"/>
              </a:rPr>
              <a:t>B-Tree Index (For Fast Searching)</a:t>
            </a:r>
          </a:p>
          <a:p>
            <a:pPr lvl="1"/>
            <a:r>
              <a:rPr lang="en-US" sz="1800" dirty="0">
                <a:latin typeface="Calibri" panose="020F0502020204030204" pitchFamily="34" charset="0"/>
                <a:ea typeface="Calibri" panose="020F0502020204030204" pitchFamily="34" charset="0"/>
                <a:cs typeface="Calibri" panose="020F0502020204030204" pitchFamily="34" charset="0"/>
              </a:rPr>
              <a:t>Hash Indexing (For Fast Exact Match Lookups).</a:t>
            </a:r>
            <a:endParaRPr lang="en-US" sz="2200" dirty="0"/>
          </a:p>
          <a:p>
            <a:pPr marL="285750" lvl="1" indent="-285750">
              <a:spcBef>
                <a:spcPts val="1200"/>
              </a:spcBef>
            </a:pPr>
            <a:r>
              <a:rPr lang="en-US" sz="2200" dirty="0"/>
              <a:t>These complex data structures: </a:t>
            </a:r>
          </a:p>
          <a:p>
            <a:pPr marL="457200" lvl="2" indent="0">
              <a:buNone/>
            </a:pPr>
            <a:r>
              <a:rPr lang="en-US" sz="1800" dirty="0"/>
              <a:t>✅ </a:t>
            </a:r>
            <a:r>
              <a:rPr lang="en-US" sz="1800" b="1" dirty="0"/>
              <a:t>Improve query performance</a:t>
            </a:r>
            <a:r>
              <a:rPr lang="en-US" sz="1800" dirty="0"/>
              <a:t> (fast lookups, efficient scans).</a:t>
            </a:r>
            <a:br>
              <a:rPr lang="en-US" sz="1800" dirty="0"/>
            </a:br>
            <a:r>
              <a:rPr lang="en-US" sz="1800" dirty="0"/>
              <a:t>✅ </a:t>
            </a:r>
            <a:r>
              <a:rPr lang="en-US" sz="1800" b="1" dirty="0"/>
              <a:t>Optimize disk space</a:t>
            </a:r>
            <a:r>
              <a:rPr lang="en-US" sz="1800" dirty="0"/>
              <a:t> (efficient storage management).</a:t>
            </a:r>
            <a:br>
              <a:rPr lang="en-US" sz="1800" dirty="0"/>
            </a:br>
            <a:r>
              <a:rPr lang="en-US" sz="1800" dirty="0"/>
              <a:t>✅ </a:t>
            </a:r>
            <a:r>
              <a:rPr lang="en-US" sz="1800" b="1" dirty="0"/>
              <a:t>Reduce I/O operations</a:t>
            </a:r>
            <a:r>
              <a:rPr lang="en-US" sz="1800" dirty="0"/>
              <a:t> (faster access, less disk reads).</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8">
            <a:extLst>
              <a:ext uri="{FF2B5EF4-FFF2-40B4-BE49-F238E27FC236}">
                <a16:creationId xmlns:a16="http://schemas.microsoft.com/office/drawing/2014/main" id="{AC25713F-4197-10ED-CAC8-9E027246CF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2272" y="2565617"/>
            <a:ext cx="5012055" cy="2934358"/>
          </a:xfrm>
          <a:prstGeom prst="rect">
            <a:avLst/>
          </a:prstGeom>
          <a:noFill/>
          <a:ln>
            <a:noFill/>
          </a:ln>
        </p:spPr>
      </p:pic>
      <p:sp>
        <p:nvSpPr>
          <p:cNvPr id="2" name="Rectangle 1">
            <a:extLst>
              <a:ext uri="{FF2B5EF4-FFF2-40B4-BE49-F238E27FC236}">
                <a16:creationId xmlns:a16="http://schemas.microsoft.com/office/drawing/2014/main" id="{E2FD45A8-3AE4-8F2E-5B15-AA74CA2B32CA}"/>
              </a:ext>
            </a:extLst>
          </p:cNvPr>
          <p:cNvSpPr/>
          <p:nvPr/>
        </p:nvSpPr>
        <p:spPr>
          <a:xfrm>
            <a:off x="8653779" y="4826000"/>
            <a:ext cx="1209040" cy="751840"/>
          </a:xfrm>
          <a:prstGeom prst="rect">
            <a:avLst/>
          </a:prstGeom>
          <a:solidFill>
            <a:schemeClr val="tx1">
              <a:lumMod val="95000"/>
              <a:lumOff val="5000"/>
              <a:alpha val="0"/>
            </a:schemeClr>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70" name="TextBox 69">
            <a:extLst>
              <a:ext uri="{FF2B5EF4-FFF2-40B4-BE49-F238E27FC236}">
                <a16:creationId xmlns:a16="http://schemas.microsoft.com/office/drawing/2014/main" id="{57B91C55-FDC1-2692-0F95-25BFCDD7AC17}"/>
              </a:ext>
            </a:extLst>
          </p:cNvPr>
          <p:cNvSpPr txBox="1"/>
          <p:nvPr/>
        </p:nvSpPr>
        <p:spPr>
          <a:xfrm>
            <a:off x="2485156" y="945573"/>
            <a:ext cx="1876604" cy="461665"/>
          </a:xfrm>
          <a:prstGeom prst="rect">
            <a:avLst/>
          </a:prstGeom>
          <a:noFill/>
        </p:spPr>
        <p:txBody>
          <a:bodyPr wrap="none" rtlCol="0">
            <a:spAutoFit/>
          </a:bodyPr>
          <a:lstStyle/>
          <a:p>
            <a:r>
              <a:rPr lang="en-US" sz="2400" b="1" i="0" dirty="0">
                <a:effectLst/>
                <a:latin typeface="Calibri" panose="020F0502020204030204" pitchFamily="34" charset="0"/>
                <a:ea typeface="Calibri" panose="020F0502020204030204" pitchFamily="34" charset="0"/>
                <a:cs typeface="Calibri" panose="020F0502020204030204" pitchFamily="34" charset="0"/>
              </a:rPr>
              <a:t>Physical level</a:t>
            </a:r>
            <a:endParaRPr lang="en-US" sz="2400" dirty="0"/>
          </a:p>
        </p:txBody>
      </p:sp>
    </p:spTree>
    <p:extLst>
      <p:ext uri="{BB962C8B-B14F-4D97-AF65-F5344CB8AC3E}">
        <p14:creationId xmlns:p14="http://schemas.microsoft.com/office/powerpoint/2010/main" val="3276691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F3E35-B040-7039-69A5-E3CE9AA391B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69B0A99-EC7A-B4D7-8166-EE7742924086}"/>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View of Data</a:t>
            </a:r>
            <a:endParaRPr lang="en-US" sz="40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17" name="Content Placeholder 4">
            <a:extLst>
              <a:ext uri="{FF2B5EF4-FFF2-40B4-BE49-F238E27FC236}">
                <a16:creationId xmlns:a16="http://schemas.microsoft.com/office/drawing/2014/main" id="{A83BF4B3-A5D5-619D-96FC-B8F00428BEB6}"/>
              </a:ext>
            </a:extLst>
          </p:cNvPr>
          <p:cNvSpPr>
            <a:spLocks noGrp="1"/>
          </p:cNvSpPr>
          <p:nvPr>
            <p:ph sz="half" idx="1"/>
          </p:nvPr>
        </p:nvSpPr>
        <p:spPr>
          <a:xfrm>
            <a:off x="601980" y="945573"/>
            <a:ext cx="5642956" cy="5725391"/>
          </a:xfrm>
          <a:solidFill>
            <a:srgbClr val="E7E7E7"/>
          </a:solidFill>
          <a:ln>
            <a:noFill/>
          </a:ln>
          <a:effectLst>
            <a:softEdge rad="0"/>
          </a:effectLst>
        </p:spPr>
        <p:txBody>
          <a:bodyPr lIns="182880" tIns="182880">
            <a:noAutofit/>
          </a:bodyPr>
          <a:lstStyle/>
          <a:p>
            <a:endParaRPr lang="en-US" sz="2400" b="0" i="0" dirty="0">
              <a:solidFill>
                <a:srgbClr val="242021"/>
              </a:solidFill>
              <a:effectLst/>
              <a:latin typeface="Calibri" panose="020F0502020204030204" pitchFamily="34" charset="0"/>
              <a:ea typeface="Calibri" panose="020F0502020204030204" pitchFamily="34" charset="0"/>
              <a:cs typeface="Calibri" panose="020F0502020204030204" pitchFamily="34" charset="0"/>
            </a:endParaRPr>
          </a:p>
          <a:p>
            <a:r>
              <a:rPr lang="en-US" sz="2200" b="0" i="0" dirty="0">
                <a:solidFill>
                  <a:srgbClr val="242021"/>
                </a:solidFill>
                <a:effectLst/>
                <a:latin typeface="Calibri" panose="020F0502020204030204" pitchFamily="34" charset="0"/>
                <a:ea typeface="Calibri" panose="020F0502020204030204" pitchFamily="34" charset="0"/>
                <a:cs typeface="Calibri" panose="020F0502020204030204" pitchFamily="34" charset="0"/>
              </a:rPr>
              <a:t>The next-higher level of abstraction describes what data are stored in the database, and what relationships exist among those data. </a:t>
            </a:r>
          </a:p>
          <a:p>
            <a:r>
              <a:rPr lang="en-US" sz="2200" b="0" i="0" dirty="0">
                <a:solidFill>
                  <a:srgbClr val="242021"/>
                </a:solidFill>
                <a:effectLst/>
                <a:latin typeface="Calibri" panose="020F0502020204030204" pitchFamily="34" charset="0"/>
                <a:ea typeface="Calibri" panose="020F0502020204030204" pitchFamily="34" charset="0"/>
                <a:cs typeface="Calibri" panose="020F0502020204030204" pitchFamily="34" charset="0"/>
              </a:rPr>
              <a:t>The logical level thus describes the entire database in terms of a small number of relatively simple structures. </a:t>
            </a:r>
          </a:p>
          <a:p>
            <a:r>
              <a:rPr lang="en-US" sz="2200" b="0" i="0" dirty="0">
                <a:solidFill>
                  <a:srgbClr val="242021"/>
                </a:solidFill>
                <a:effectLst/>
                <a:latin typeface="Calibri" panose="020F0502020204030204" pitchFamily="34" charset="0"/>
                <a:ea typeface="Calibri" panose="020F0502020204030204" pitchFamily="34" charset="0"/>
                <a:cs typeface="Calibri" panose="020F0502020204030204" pitchFamily="34" charset="0"/>
              </a:rPr>
              <a:t>Although implementation of the simple structures at the logical level may involve complex physical-level structures, the user of the logical level does not need to be aware of this complexity </a:t>
            </a:r>
            <a:r>
              <a:rPr lang="en-US" sz="2200" b="0" i="0" dirty="0">
                <a:solidFill>
                  <a:srgbClr val="0071C5"/>
                </a:solidFill>
                <a:effectLst/>
                <a:latin typeface="Calibri" panose="020F0502020204030204" pitchFamily="34" charset="0"/>
                <a:ea typeface="Calibri" panose="020F0502020204030204" pitchFamily="34" charset="0"/>
                <a:cs typeface="Calibri" panose="020F0502020204030204" pitchFamily="34" charset="0"/>
              </a:rPr>
              <a:t>(physical data independency</a:t>
            </a:r>
            <a:r>
              <a:rPr lang="en-US" sz="2200" dirty="0">
                <a:solidFill>
                  <a:srgbClr val="0071C5"/>
                </a:solidFill>
                <a:latin typeface="Calibri" panose="020F0502020204030204" pitchFamily="34" charset="0"/>
                <a:ea typeface="Calibri" panose="020F0502020204030204" pitchFamily="34" charset="0"/>
                <a:cs typeface="Calibri" panose="020F0502020204030204" pitchFamily="34" charset="0"/>
              </a:rPr>
              <a:t>).</a:t>
            </a:r>
          </a:p>
          <a:p>
            <a:r>
              <a:rPr lang="en-US"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Example using </a:t>
            </a:r>
            <a:r>
              <a:rPr lang="en-US" sz="2200"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relational model.</a:t>
            </a:r>
            <a:endParaRPr lang="en-US" sz="2200" b="1" i="0" dirty="0">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Picture 8">
            <a:extLst>
              <a:ext uri="{FF2B5EF4-FFF2-40B4-BE49-F238E27FC236}">
                <a16:creationId xmlns:a16="http://schemas.microsoft.com/office/drawing/2014/main" id="{005E73BF-B6B8-A3FC-EB13-B4743C1FDB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2272" y="2565617"/>
            <a:ext cx="5012055" cy="2934358"/>
          </a:xfrm>
          <a:prstGeom prst="rect">
            <a:avLst/>
          </a:prstGeom>
          <a:noFill/>
          <a:ln>
            <a:noFill/>
          </a:ln>
        </p:spPr>
      </p:pic>
      <p:sp>
        <p:nvSpPr>
          <p:cNvPr id="2" name="Rectangle 1">
            <a:extLst>
              <a:ext uri="{FF2B5EF4-FFF2-40B4-BE49-F238E27FC236}">
                <a16:creationId xmlns:a16="http://schemas.microsoft.com/office/drawing/2014/main" id="{03F2E06D-99C2-F13D-08C3-7B5BFC237638}"/>
              </a:ext>
            </a:extLst>
          </p:cNvPr>
          <p:cNvSpPr/>
          <p:nvPr/>
        </p:nvSpPr>
        <p:spPr>
          <a:xfrm>
            <a:off x="8653780" y="4032796"/>
            <a:ext cx="1209040" cy="751840"/>
          </a:xfrm>
          <a:prstGeom prst="rect">
            <a:avLst/>
          </a:prstGeom>
          <a:solidFill>
            <a:schemeClr val="tx1">
              <a:lumMod val="95000"/>
              <a:lumOff val="5000"/>
              <a:alpha val="0"/>
            </a:schemeClr>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70" name="TextBox 69">
            <a:extLst>
              <a:ext uri="{FF2B5EF4-FFF2-40B4-BE49-F238E27FC236}">
                <a16:creationId xmlns:a16="http://schemas.microsoft.com/office/drawing/2014/main" id="{54C22C91-75F4-1D1D-6CE6-AD68CDE8C06E}"/>
              </a:ext>
            </a:extLst>
          </p:cNvPr>
          <p:cNvSpPr txBox="1"/>
          <p:nvPr/>
        </p:nvSpPr>
        <p:spPr>
          <a:xfrm>
            <a:off x="2485156" y="945573"/>
            <a:ext cx="1727011" cy="461665"/>
          </a:xfrm>
          <a:prstGeom prst="rect">
            <a:avLst/>
          </a:prstGeom>
          <a:noFill/>
        </p:spPr>
        <p:txBody>
          <a:bodyPr wrap="none" rtlCol="0">
            <a:spAutoFit/>
          </a:bodyPr>
          <a:lstStyle/>
          <a:p>
            <a:r>
              <a:rPr lang="en-US" sz="2400" b="1" i="0" dirty="0">
                <a:effectLst/>
                <a:latin typeface="Calibri" panose="020F0502020204030204" pitchFamily="34" charset="0"/>
                <a:ea typeface="Calibri" panose="020F0502020204030204" pitchFamily="34" charset="0"/>
                <a:cs typeface="Calibri" panose="020F0502020204030204" pitchFamily="34" charset="0"/>
              </a:rPr>
              <a:t>Logical level</a:t>
            </a:r>
            <a:endParaRPr lang="en-US" sz="2400" dirty="0"/>
          </a:p>
        </p:txBody>
      </p:sp>
      <p:graphicFrame>
        <p:nvGraphicFramePr>
          <p:cNvPr id="759" name="Table 758">
            <a:extLst>
              <a:ext uri="{FF2B5EF4-FFF2-40B4-BE49-F238E27FC236}">
                <a16:creationId xmlns:a16="http://schemas.microsoft.com/office/drawing/2014/main" id="{1D8220D5-DD3E-806D-1386-12CCB69EB392}"/>
              </a:ext>
            </a:extLst>
          </p:cNvPr>
          <p:cNvGraphicFramePr>
            <a:graphicFrameLocks noGrp="1"/>
          </p:cNvGraphicFramePr>
          <p:nvPr>
            <p:extLst>
              <p:ext uri="{D42A27DB-BD31-4B8C-83A1-F6EECF244321}">
                <p14:modId xmlns:p14="http://schemas.microsoft.com/office/powerpoint/2010/main" val="2228170197"/>
              </p:ext>
            </p:extLst>
          </p:nvPr>
        </p:nvGraphicFramePr>
        <p:xfrm>
          <a:off x="6501406" y="5749867"/>
          <a:ext cx="5513788" cy="731520"/>
        </p:xfrm>
        <a:graphic>
          <a:graphicData uri="http://schemas.openxmlformats.org/drawingml/2006/table">
            <a:tbl>
              <a:tblPr/>
              <a:tblGrid>
                <a:gridCol w="1378447">
                  <a:extLst>
                    <a:ext uri="{9D8B030D-6E8A-4147-A177-3AD203B41FA5}">
                      <a16:colId xmlns:a16="http://schemas.microsoft.com/office/drawing/2014/main" val="2879991172"/>
                    </a:ext>
                  </a:extLst>
                </a:gridCol>
                <a:gridCol w="1378447">
                  <a:extLst>
                    <a:ext uri="{9D8B030D-6E8A-4147-A177-3AD203B41FA5}">
                      <a16:colId xmlns:a16="http://schemas.microsoft.com/office/drawing/2014/main" val="2443047076"/>
                    </a:ext>
                  </a:extLst>
                </a:gridCol>
                <a:gridCol w="1378447">
                  <a:extLst>
                    <a:ext uri="{9D8B030D-6E8A-4147-A177-3AD203B41FA5}">
                      <a16:colId xmlns:a16="http://schemas.microsoft.com/office/drawing/2014/main" val="2134462054"/>
                    </a:ext>
                  </a:extLst>
                </a:gridCol>
                <a:gridCol w="1378447">
                  <a:extLst>
                    <a:ext uri="{9D8B030D-6E8A-4147-A177-3AD203B41FA5}">
                      <a16:colId xmlns:a16="http://schemas.microsoft.com/office/drawing/2014/main" val="863558764"/>
                    </a:ext>
                  </a:extLst>
                </a:gridCol>
              </a:tblGrid>
              <a:tr h="0">
                <a:tc>
                  <a:txBody>
                    <a:bodyPr/>
                    <a:lstStyle/>
                    <a:p>
                      <a:r>
                        <a:rPr lang="en-US" dirty="0"/>
                        <a:t>ID</a:t>
                      </a:r>
                    </a:p>
                  </a:txBody>
                  <a:tcPr anchor="ctr">
                    <a:lnL>
                      <a:noFill/>
                    </a:lnL>
                    <a:lnR>
                      <a:noFill/>
                    </a:lnR>
                    <a:lnT>
                      <a:noFill/>
                    </a:lnT>
                    <a:lnB>
                      <a:noFill/>
                    </a:lnB>
                    <a:solidFill>
                      <a:srgbClr val="CBEEFB"/>
                    </a:solidFill>
                  </a:tcPr>
                </a:tc>
                <a:tc>
                  <a:txBody>
                    <a:bodyPr/>
                    <a:lstStyle/>
                    <a:p>
                      <a:r>
                        <a:rPr lang="en-US" dirty="0"/>
                        <a:t>Name</a:t>
                      </a:r>
                    </a:p>
                  </a:txBody>
                  <a:tcPr anchor="ctr">
                    <a:lnL>
                      <a:noFill/>
                    </a:lnL>
                    <a:lnR>
                      <a:noFill/>
                    </a:lnR>
                    <a:lnT>
                      <a:noFill/>
                    </a:lnT>
                    <a:lnB>
                      <a:noFill/>
                    </a:lnB>
                    <a:solidFill>
                      <a:srgbClr val="CBEEFB"/>
                    </a:solidFill>
                  </a:tcPr>
                </a:tc>
                <a:tc>
                  <a:txBody>
                    <a:bodyPr/>
                    <a:lstStyle/>
                    <a:p>
                      <a:r>
                        <a:rPr lang="en-US" dirty="0"/>
                        <a:t>Dept Name</a:t>
                      </a:r>
                    </a:p>
                  </a:txBody>
                  <a:tcPr anchor="ctr">
                    <a:lnL>
                      <a:noFill/>
                    </a:lnL>
                    <a:lnR>
                      <a:noFill/>
                    </a:lnR>
                    <a:lnT>
                      <a:noFill/>
                    </a:lnT>
                    <a:lnB>
                      <a:noFill/>
                    </a:lnB>
                    <a:solidFill>
                      <a:srgbClr val="CBEEFB"/>
                    </a:solidFill>
                  </a:tcPr>
                </a:tc>
                <a:tc>
                  <a:txBody>
                    <a:bodyPr/>
                    <a:lstStyle/>
                    <a:p>
                      <a:r>
                        <a:rPr lang="en-US" dirty="0"/>
                        <a:t>Salary</a:t>
                      </a:r>
                    </a:p>
                  </a:txBody>
                  <a:tcPr anchor="ctr">
                    <a:lnL>
                      <a:noFill/>
                    </a:lnL>
                    <a:lnR>
                      <a:noFill/>
                    </a:lnR>
                    <a:lnT>
                      <a:noFill/>
                    </a:lnT>
                    <a:lnB>
                      <a:noFill/>
                    </a:lnB>
                    <a:solidFill>
                      <a:srgbClr val="CBEEFB"/>
                    </a:solidFill>
                  </a:tcPr>
                </a:tc>
                <a:extLst>
                  <a:ext uri="{0D108BD9-81ED-4DB2-BD59-A6C34878D82A}">
                    <a16:rowId xmlns:a16="http://schemas.microsoft.com/office/drawing/2014/main" val="2391768194"/>
                  </a:ext>
                </a:extLst>
              </a:tr>
              <a:tr h="0">
                <a:tc>
                  <a:txBody>
                    <a:bodyPr/>
                    <a:lstStyle/>
                    <a:p>
                      <a:r>
                        <a:rPr lang="en-US" dirty="0"/>
                        <a:t>76766</a:t>
                      </a:r>
                    </a:p>
                  </a:txBody>
                  <a:tcPr anchor="ctr">
                    <a:lnL>
                      <a:noFill/>
                    </a:lnL>
                    <a:lnR>
                      <a:noFill/>
                    </a:lnR>
                    <a:lnT>
                      <a:noFill/>
                    </a:lnT>
                    <a:lnB>
                      <a:noFill/>
                    </a:lnB>
                    <a:noFill/>
                  </a:tcPr>
                </a:tc>
                <a:tc>
                  <a:txBody>
                    <a:bodyPr/>
                    <a:lstStyle/>
                    <a:p>
                      <a:r>
                        <a:rPr lang="en-US"/>
                        <a:t>Crick</a:t>
                      </a:r>
                    </a:p>
                  </a:txBody>
                  <a:tcPr anchor="ctr">
                    <a:lnL>
                      <a:noFill/>
                    </a:lnL>
                    <a:lnR>
                      <a:noFill/>
                    </a:lnR>
                    <a:lnT>
                      <a:noFill/>
                    </a:lnT>
                    <a:lnB>
                      <a:noFill/>
                    </a:lnB>
                    <a:noFill/>
                  </a:tcPr>
                </a:tc>
                <a:tc>
                  <a:txBody>
                    <a:bodyPr/>
                    <a:lstStyle/>
                    <a:p>
                      <a:r>
                        <a:rPr lang="en-US" dirty="0"/>
                        <a:t>Biology</a:t>
                      </a:r>
                    </a:p>
                  </a:txBody>
                  <a:tcPr anchor="ctr">
                    <a:lnL>
                      <a:noFill/>
                    </a:lnL>
                    <a:lnR>
                      <a:noFill/>
                    </a:lnR>
                    <a:lnT>
                      <a:noFill/>
                    </a:lnT>
                    <a:lnB>
                      <a:noFill/>
                    </a:lnB>
                    <a:noFill/>
                  </a:tcPr>
                </a:tc>
                <a:tc>
                  <a:txBody>
                    <a:bodyPr/>
                    <a:lstStyle/>
                    <a:p>
                      <a:r>
                        <a:rPr lang="en-US" dirty="0"/>
                        <a:t>72000</a:t>
                      </a:r>
                    </a:p>
                  </a:txBody>
                  <a:tcPr anchor="ctr">
                    <a:lnL>
                      <a:noFill/>
                    </a:lnL>
                    <a:lnR>
                      <a:noFill/>
                    </a:lnR>
                    <a:lnT>
                      <a:noFill/>
                    </a:lnT>
                    <a:lnB>
                      <a:noFill/>
                    </a:lnB>
                    <a:noFill/>
                  </a:tcPr>
                </a:tc>
                <a:extLst>
                  <a:ext uri="{0D108BD9-81ED-4DB2-BD59-A6C34878D82A}">
                    <a16:rowId xmlns:a16="http://schemas.microsoft.com/office/drawing/2014/main" val="1667783769"/>
                  </a:ext>
                </a:extLst>
              </a:tr>
            </a:tbl>
          </a:graphicData>
        </a:graphic>
      </p:graphicFrame>
    </p:spTree>
    <p:extLst>
      <p:ext uri="{BB962C8B-B14F-4D97-AF65-F5344CB8AC3E}">
        <p14:creationId xmlns:p14="http://schemas.microsoft.com/office/powerpoint/2010/main" val="1095584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6AF5E-B60C-3846-7445-835D09DB8FF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D62A443-93C7-1808-ED3A-DA7884EEA350}"/>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Data model</a:t>
            </a:r>
          </a:p>
        </p:txBody>
      </p:sp>
      <p:sp>
        <p:nvSpPr>
          <p:cNvPr id="117" name="Content Placeholder 4">
            <a:extLst>
              <a:ext uri="{FF2B5EF4-FFF2-40B4-BE49-F238E27FC236}">
                <a16:creationId xmlns:a16="http://schemas.microsoft.com/office/drawing/2014/main" id="{DCCF8B7B-552C-DEC1-A1CD-2DC32BDBBF19}"/>
              </a:ext>
            </a:extLst>
          </p:cNvPr>
          <p:cNvSpPr>
            <a:spLocks noGrp="1"/>
          </p:cNvSpPr>
          <p:nvPr>
            <p:ph sz="half" idx="1"/>
          </p:nvPr>
        </p:nvSpPr>
        <p:spPr>
          <a:xfrm>
            <a:off x="601979" y="945573"/>
            <a:ext cx="11150139" cy="5725391"/>
          </a:xfrm>
          <a:solidFill>
            <a:srgbClr val="E7E7E7"/>
          </a:solidFill>
          <a:ln>
            <a:noFill/>
          </a:ln>
          <a:effectLst>
            <a:softEdge rad="0"/>
          </a:effectLst>
        </p:spPr>
        <p:txBody>
          <a:bodyPr lIns="182880" tIns="182880">
            <a:noAutofit/>
          </a:bodyPr>
          <a:lstStyle/>
          <a:p>
            <a:pPr marL="400050" lvl="2" indent="-342900">
              <a:tabLst>
                <a:tab pos="1365647" algn="l"/>
                <a:tab pos="2744391" algn="l"/>
                <a:tab pos="2957513" algn="l"/>
              </a:tabLst>
            </a:pPr>
            <a:r>
              <a:rPr lang="en-US" altLang="en-US" sz="2400" dirty="0"/>
              <a:t>A collection of conceptual tools for describing </a:t>
            </a:r>
          </a:p>
          <a:p>
            <a:pPr marL="857250" lvl="3" indent="-342900">
              <a:tabLst>
                <a:tab pos="1365647" algn="l"/>
                <a:tab pos="2744391" algn="l"/>
                <a:tab pos="2957513" algn="l"/>
              </a:tabLst>
            </a:pPr>
            <a:r>
              <a:rPr lang="en-US" altLang="en-US" sz="2200" dirty="0"/>
              <a:t>data </a:t>
            </a:r>
          </a:p>
          <a:p>
            <a:pPr marL="857250" lvl="3" indent="-342900">
              <a:tabLst>
                <a:tab pos="1365647" algn="l"/>
                <a:tab pos="2744391" algn="l"/>
                <a:tab pos="2957513" algn="l"/>
              </a:tabLst>
            </a:pPr>
            <a:r>
              <a:rPr lang="en-US" altLang="en-US" sz="2200" dirty="0"/>
              <a:t>data relationships, </a:t>
            </a:r>
          </a:p>
          <a:p>
            <a:pPr marL="857250" lvl="3" indent="-342900">
              <a:tabLst>
                <a:tab pos="1365647" algn="l"/>
                <a:tab pos="2744391" algn="l"/>
                <a:tab pos="2957513" algn="l"/>
              </a:tabLst>
            </a:pPr>
            <a:r>
              <a:rPr lang="en-US" altLang="en-US" sz="2200" dirty="0"/>
              <a:t>data semantics, </a:t>
            </a:r>
          </a:p>
          <a:p>
            <a:pPr marL="857250" lvl="3" indent="-342900">
              <a:tabLst>
                <a:tab pos="1365647" algn="l"/>
                <a:tab pos="2744391" algn="l"/>
                <a:tab pos="2957513" algn="l"/>
              </a:tabLst>
            </a:pPr>
            <a:r>
              <a:rPr lang="en-US" altLang="en-US" sz="2200" dirty="0"/>
              <a:t>and consistency constraints.</a:t>
            </a:r>
          </a:p>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Data models types:</a:t>
            </a:r>
          </a:p>
          <a:p>
            <a:pPr lvl="1"/>
            <a:r>
              <a:rPr lang="en-US" altLang="en-US" dirty="0"/>
              <a:t>Relational model </a:t>
            </a:r>
            <a:r>
              <a:rPr lang="en-US" altLang="en-US" dirty="0">
                <a:solidFill>
                  <a:srgbClr val="0071C5"/>
                </a:solidFill>
              </a:rPr>
              <a:t>( next section in great detail )</a:t>
            </a:r>
          </a:p>
          <a:p>
            <a:pPr lvl="1"/>
            <a:r>
              <a:rPr lang="en-US" altLang="en-US" dirty="0"/>
              <a:t>Entity-Relationship data model (mainly for database design) </a:t>
            </a:r>
          </a:p>
          <a:p>
            <a:pPr lvl="1"/>
            <a:r>
              <a:rPr lang="en-US" altLang="en-US" dirty="0">
                <a:solidFill>
                  <a:schemeClr val="tx1">
                    <a:lumMod val="65000"/>
                    <a:lumOff val="35000"/>
                  </a:schemeClr>
                </a:solidFill>
              </a:rPr>
              <a:t>Object-based data models (Object-oriented and Object-relational)</a:t>
            </a:r>
          </a:p>
          <a:p>
            <a:pPr lvl="1"/>
            <a:r>
              <a:rPr lang="en-US" altLang="en-US" dirty="0">
                <a:solidFill>
                  <a:schemeClr val="tx1">
                    <a:lumMod val="65000"/>
                    <a:lumOff val="35000"/>
                  </a:schemeClr>
                </a:solidFill>
              </a:rPr>
              <a:t>Semi-structured data model  (XML)</a:t>
            </a:r>
          </a:p>
          <a:p>
            <a:pPr marL="0" indent="0">
              <a:buNone/>
            </a:pPr>
            <a:endParaRPr lang="en-US" sz="20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p>
            <a:pPr lvl="1"/>
            <a:endParaRPr lang="en-US" sz="2000" dirty="0">
              <a:latin typeface="Calibri" panose="020F0502020204030204" pitchFamily="34" charset="0"/>
              <a:ea typeface="Calibri" panose="020F0502020204030204" pitchFamily="34" charset="0"/>
              <a:cs typeface="Calibri" panose="020F0502020204030204" pitchFamily="34" charset="0"/>
            </a:endParaRPr>
          </a:p>
          <a:p>
            <a:pPr lvl="1"/>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89944628"/>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1A3A2-886F-1238-13E2-BD58D96C99B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C3D86BA-83D9-2E06-4697-8D58830D61CC}"/>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Section scope</a:t>
            </a:r>
          </a:p>
        </p:txBody>
      </p:sp>
      <p:sp>
        <p:nvSpPr>
          <p:cNvPr id="117" name="Content Placeholder 4">
            <a:extLst>
              <a:ext uri="{FF2B5EF4-FFF2-40B4-BE49-F238E27FC236}">
                <a16:creationId xmlns:a16="http://schemas.microsoft.com/office/drawing/2014/main" id="{24516048-6E0A-47D9-98CB-AC8E4854B4F7}"/>
              </a:ext>
            </a:extLst>
          </p:cNvPr>
          <p:cNvSpPr>
            <a:spLocks noGrp="1"/>
          </p:cNvSpPr>
          <p:nvPr>
            <p:ph sz="half" idx="1"/>
          </p:nvPr>
        </p:nvSpPr>
        <p:spPr>
          <a:xfrm>
            <a:off x="601979" y="945573"/>
            <a:ext cx="11150139" cy="5725391"/>
          </a:xfrm>
          <a:solidFill>
            <a:srgbClr val="E7E7E7"/>
          </a:solidFill>
          <a:ln>
            <a:noFill/>
          </a:ln>
          <a:effectLst>
            <a:softEdge rad="0"/>
          </a:effectLst>
        </p:spPr>
        <p:txBody>
          <a:bodyPr lIns="182880" tIns="182880">
            <a:noAutofit/>
          </a:bodyPr>
          <a:lstStyle/>
          <a:p>
            <a:pPr marL="400050" lvl="2" indent="-342900">
              <a:tabLst>
                <a:tab pos="1365647" algn="l"/>
                <a:tab pos="2744391" algn="l"/>
                <a:tab pos="2957513" algn="l"/>
              </a:tabLst>
            </a:pPr>
            <a:r>
              <a:rPr lang="en-US" altLang="en-US" sz="2400" dirty="0"/>
              <a:t>In this course, our focus will not be on the database management system (DBMS) itself, but rather on designing </a:t>
            </a:r>
            <a:r>
              <a:rPr lang="en-US" altLang="en-US" sz="2400" b="1" dirty="0"/>
              <a:t>efficient and well-structured databases </a:t>
            </a:r>
            <a:r>
              <a:rPr lang="en-US" altLang="en-US" sz="2400" dirty="0"/>
              <a:t>as will as writing queries to retrieve and manipulate data effectively. We will explore how to model data, create relational schemas, and use SQL to interact with databases, rather than delving into the internal workings of a DBMS.</a:t>
            </a:r>
          </a:p>
          <a:p>
            <a:pPr marL="57150" lvl="2" indent="0">
              <a:buNone/>
              <a:tabLst>
                <a:tab pos="1365647" algn="l"/>
                <a:tab pos="2744391" algn="l"/>
                <a:tab pos="2957513" algn="l"/>
              </a:tabLst>
            </a:pPr>
            <a:endParaRPr lang="en-US" altLang="en-US" sz="2400" dirty="0"/>
          </a:p>
          <a:p>
            <a:pPr marL="57150" lvl="2" indent="0">
              <a:buNone/>
              <a:tabLst>
                <a:tab pos="1365647" algn="l"/>
                <a:tab pos="2744391" algn="l"/>
                <a:tab pos="2957513" algn="l"/>
              </a:tabLst>
            </a:pPr>
            <a:r>
              <a:rPr lang="en-US" altLang="en-US" sz="2400" dirty="0"/>
              <a:t>Database design </a:t>
            </a:r>
          </a:p>
          <a:p>
            <a:pPr marL="857250" lvl="3" indent="-342900">
              <a:tabLst>
                <a:tab pos="1365647" algn="l"/>
                <a:tab pos="2744391" algn="l"/>
                <a:tab pos="2957513" algn="l"/>
              </a:tabLst>
            </a:pPr>
            <a:r>
              <a:rPr lang="en-US" altLang="en-US" sz="2200" dirty="0"/>
              <a:t>System analysis</a:t>
            </a:r>
          </a:p>
          <a:p>
            <a:pPr marL="857250" lvl="3" indent="-342900">
              <a:tabLst>
                <a:tab pos="1365647" algn="l"/>
                <a:tab pos="2744391" algn="l"/>
                <a:tab pos="2957513" algn="l"/>
              </a:tabLst>
            </a:pPr>
            <a:r>
              <a:rPr lang="en-US" altLang="en-US" sz="2200" dirty="0"/>
              <a:t>Database design</a:t>
            </a:r>
          </a:p>
          <a:p>
            <a:pPr marL="857250" lvl="3" indent="-342900">
              <a:tabLst>
                <a:tab pos="1365647" algn="l"/>
                <a:tab pos="2744391" algn="l"/>
                <a:tab pos="2957513" algn="l"/>
              </a:tabLst>
            </a:pPr>
            <a:r>
              <a:rPr lang="en-US" altLang="en-US" sz="2200" dirty="0"/>
              <a:t>Database mapping</a:t>
            </a:r>
          </a:p>
          <a:p>
            <a:pPr marL="857250" lvl="3" indent="-342900">
              <a:tabLst>
                <a:tab pos="1365647" algn="l"/>
                <a:tab pos="2744391" algn="l"/>
                <a:tab pos="2957513" algn="l"/>
              </a:tabLst>
            </a:pPr>
            <a:r>
              <a:rPr lang="en-US" altLang="en-US" sz="2200" dirty="0"/>
              <a:t>Database implementation.</a:t>
            </a:r>
          </a:p>
          <a:p>
            <a:pPr marL="400050" lvl="2" indent="-342900">
              <a:tabLst>
                <a:tab pos="1365647" algn="l"/>
                <a:tab pos="2744391" algn="l"/>
                <a:tab pos="2957513" algn="l"/>
              </a:tabLst>
            </a:pPr>
            <a:endParaRPr lang="en-US" sz="20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p>
            <a:pPr lvl="1"/>
            <a:endParaRPr lang="en-US" sz="2000" dirty="0">
              <a:latin typeface="Calibri" panose="020F0502020204030204" pitchFamily="34" charset="0"/>
              <a:ea typeface="Calibri" panose="020F0502020204030204" pitchFamily="34" charset="0"/>
              <a:cs typeface="Calibri" panose="020F0502020204030204" pitchFamily="34" charset="0"/>
            </a:endParaRPr>
          </a:p>
          <a:p>
            <a:pPr lvl="1"/>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97307D4D-EBD3-8E6B-8118-77839CFCD341}"/>
              </a:ext>
            </a:extLst>
          </p:cNvPr>
          <p:cNvSpPr txBox="1"/>
          <p:nvPr/>
        </p:nvSpPr>
        <p:spPr>
          <a:xfrm>
            <a:off x="4759036" y="3228945"/>
            <a:ext cx="3343608" cy="400110"/>
          </a:xfrm>
          <a:prstGeom prst="rect">
            <a:avLst/>
          </a:prstGeom>
          <a:noFill/>
        </p:spPr>
        <p:txBody>
          <a:bodyPr wrap="none" rtlCol="0">
            <a:spAutoFit/>
          </a:bodyPr>
          <a:lstStyle/>
          <a:p>
            <a:r>
              <a:rPr lang="en-US" dirty="0">
                <a:solidFill>
                  <a:srgbClr val="0071C5"/>
                </a:solidFill>
              </a:rPr>
              <a:t>More on </a:t>
            </a:r>
            <a:r>
              <a:rPr lang="en-US" sz="2000" dirty="0">
                <a:solidFill>
                  <a:srgbClr val="0071C5"/>
                </a:solidFill>
              </a:rPr>
              <a:t>this</a:t>
            </a:r>
            <a:r>
              <a:rPr lang="en-US" dirty="0">
                <a:solidFill>
                  <a:srgbClr val="0071C5"/>
                </a:solidFill>
              </a:rPr>
              <a:t> later in the course!</a:t>
            </a:r>
          </a:p>
        </p:txBody>
      </p:sp>
    </p:spTree>
    <p:extLst>
      <p:ext uri="{BB962C8B-B14F-4D97-AF65-F5344CB8AC3E}">
        <p14:creationId xmlns:p14="http://schemas.microsoft.com/office/powerpoint/2010/main" val="1684372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1D3C8-293C-3DD0-4C2E-E4AC5C2295B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84A7F99-AC79-2544-D216-886197AC17D8}"/>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Setup Microsoft </a:t>
            </a:r>
            <a:r>
              <a:rPr lang="en-US" sz="4000" dirty="0" err="1">
                <a:solidFill>
                  <a:srgbClr val="333333"/>
                </a:solidFill>
                <a:latin typeface="Calibri" panose="020F0502020204030204" pitchFamily="34" charset="0"/>
                <a:ea typeface="Calibri" panose="020F0502020204030204" pitchFamily="34" charset="0"/>
                <a:cs typeface="Calibri" panose="020F0502020204030204" pitchFamily="34" charset="0"/>
              </a:rPr>
              <a:t>sql</a:t>
            </a:r>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 server</a:t>
            </a:r>
          </a:p>
        </p:txBody>
      </p:sp>
      <p:grpSp>
        <p:nvGrpSpPr>
          <p:cNvPr id="5" name="object 8">
            <a:extLst>
              <a:ext uri="{FF2B5EF4-FFF2-40B4-BE49-F238E27FC236}">
                <a16:creationId xmlns:a16="http://schemas.microsoft.com/office/drawing/2014/main" id="{7692495F-2755-C3F7-448B-F4B08BF9618B}"/>
              </a:ext>
            </a:extLst>
          </p:cNvPr>
          <p:cNvGrpSpPr/>
          <p:nvPr/>
        </p:nvGrpSpPr>
        <p:grpSpPr>
          <a:xfrm>
            <a:off x="774267" y="1350841"/>
            <a:ext cx="10792460" cy="4455795"/>
            <a:chOff x="950912" y="1724914"/>
            <a:chExt cx="10792460" cy="4455795"/>
          </a:xfrm>
        </p:grpSpPr>
        <p:pic>
          <p:nvPicPr>
            <p:cNvPr id="6" name="object 9">
              <a:extLst>
                <a:ext uri="{FF2B5EF4-FFF2-40B4-BE49-F238E27FC236}">
                  <a16:creationId xmlns:a16="http://schemas.microsoft.com/office/drawing/2014/main" id="{E484E0AD-1D11-1594-A58A-66DAAB4214FC}"/>
                </a:ext>
              </a:extLst>
            </p:cNvPr>
            <p:cNvPicPr/>
            <p:nvPr/>
          </p:nvPicPr>
          <p:blipFill>
            <a:blip r:embed="rId3" cstate="print"/>
            <a:stretch>
              <a:fillRect/>
            </a:stretch>
          </p:blipFill>
          <p:spPr>
            <a:xfrm>
              <a:off x="950912" y="1821954"/>
              <a:ext cx="10742549" cy="4358386"/>
            </a:xfrm>
            <a:prstGeom prst="rect">
              <a:avLst/>
            </a:prstGeom>
          </p:spPr>
        </p:pic>
        <p:sp>
          <p:nvSpPr>
            <p:cNvPr id="7" name="object 10">
              <a:extLst>
                <a:ext uri="{FF2B5EF4-FFF2-40B4-BE49-F238E27FC236}">
                  <a16:creationId xmlns:a16="http://schemas.microsoft.com/office/drawing/2014/main" id="{B804C253-EC38-924E-CE18-BE580B0A393C}"/>
                </a:ext>
              </a:extLst>
            </p:cNvPr>
            <p:cNvSpPr/>
            <p:nvPr/>
          </p:nvSpPr>
          <p:spPr>
            <a:xfrm>
              <a:off x="10154157" y="1753489"/>
              <a:ext cx="1560830" cy="533400"/>
            </a:xfrm>
            <a:custGeom>
              <a:avLst/>
              <a:gdLst/>
              <a:ahLst/>
              <a:cxnLst/>
              <a:rect l="l" t="t" r="r" b="b"/>
              <a:pathLst>
                <a:path w="1560829" h="533400">
                  <a:moveTo>
                    <a:pt x="0" y="533400"/>
                  </a:moveTo>
                  <a:lnTo>
                    <a:pt x="1560449" y="533400"/>
                  </a:lnTo>
                  <a:lnTo>
                    <a:pt x="1560449" y="0"/>
                  </a:lnTo>
                  <a:lnTo>
                    <a:pt x="0" y="0"/>
                  </a:lnTo>
                  <a:lnTo>
                    <a:pt x="0" y="533400"/>
                  </a:lnTo>
                  <a:close/>
                </a:path>
              </a:pathLst>
            </a:custGeom>
            <a:ln w="57150">
              <a:solidFill>
                <a:srgbClr val="B63B16"/>
              </a:solidFill>
            </a:ln>
          </p:spPr>
          <p:txBody>
            <a:bodyPr wrap="square" lIns="0" tIns="0" rIns="0" bIns="0" rtlCol="0"/>
            <a:lstStyle/>
            <a:p>
              <a:endParaRPr/>
            </a:p>
          </p:txBody>
        </p:sp>
      </p:grpSp>
      <p:sp>
        <p:nvSpPr>
          <p:cNvPr id="2" name="TextBox 1">
            <a:extLst>
              <a:ext uri="{FF2B5EF4-FFF2-40B4-BE49-F238E27FC236}">
                <a16:creationId xmlns:a16="http://schemas.microsoft.com/office/drawing/2014/main" id="{EAD0C99C-824C-8FC9-8B87-0745B0F5A198}"/>
              </a:ext>
            </a:extLst>
          </p:cNvPr>
          <p:cNvSpPr txBox="1"/>
          <p:nvPr/>
        </p:nvSpPr>
        <p:spPr>
          <a:xfrm>
            <a:off x="4487835" y="6103091"/>
            <a:ext cx="3645550" cy="338554"/>
          </a:xfrm>
          <a:prstGeom prst="rect">
            <a:avLst/>
          </a:prstGeom>
          <a:noFill/>
        </p:spPr>
        <p:txBody>
          <a:bodyPr wrap="none" rtlCol="0">
            <a:spAutoFit/>
          </a:bodyPr>
          <a:lstStyle/>
          <a:p>
            <a:r>
              <a:rPr lang="en-US" sz="1600" dirty="0"/>
              <a:t>Screenshots credit: Mostafa Abdelnaby</a:t>
            </a:r>
          </a:p>
        </p:txBody>
      </p:sp>
    </p:spTree>
    <p:extLst>
      <p:ext uri="{BB962C8B-B14F-4D97-AF65-F5344CB8AC3E}">
        <p14:creationId xmlns:p14="http://schemas.microsoft.com/office/powerpoint/2010/main" val="415730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6B77A-12FB-0D60-25A8-AF467DDDF82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65F51C3-CDC3-C2E1-EA96-0A8BC2CC5FF9}"/>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Setup Microsoft </a:t>
            </a:r>
            <a:r>
              <a:rPr lang="en-US" sz="4000" dirty="0" err="1">
                <a:solidFill>
                  <a:srgbClr val="333333"/>
                </a:solidFill>
                <a:latin typeface="Calibri" panose="020F0502020204030204" pitchFamily="34" charset="0"/>
                <a:ea typeface="Calibri" panose="020F0502020204030204" pitchFamily="34" charset="0"/>
                <a:cs typeface="Calibri" panose="020F0502020204030204" pitchFamily="34" charset="0"/>
              </a:rPr>
              <a:t>sql</a:t>
            </a:r>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 server</a:t>
            </a:r>
          </a:p>
        </p:txBody>
      </p:sp>
      <p:grpSp>
        <p:nvGrpSpPr>
          <p:cNvPr id="8" name="object 2">
            <a:extLst>
              <a:ext uri="{FF2B5EF4-FFF2-40B4-BE49-F238E27FC236}">
                <a16:creationId xmlns:a16="http://schemas.microsoft.com/office/drawing/2014/main" id="{AA3C1C15-B2B6-E189-E0AD-A00E1C27A018}"/>
              </a:ext>
            </a:extLst>
          </p:cNvPr>
          <p:cNvGrpSpPr/>
          <p:nvPr/>
        </p:nvGrpSpPr>
        <p:grpSpPr>
          <a:xfrm>
            <a:off x="1454728" y="1012597"/>
            <a:ext cx="9542318" cy="5671005"/>
            <a:chOff x="1065212" y="199859"/>
            <a:chExt cx="10744200" cy="6458585"/>
          </a:xfrm>
        </p:grpSpPr>
        <p:pic>
          <p:nvPicPr>
            <p:cNvPr id="9" name="object 3">
              <a:extLst>
                <a:ext uri="{FF2B5EF4-FFF2-40B4-BE49-F238E27FC236}">
                  <a16:creationId xmlns:a16="http://schemas.microsoft.com/office/drawing/2014/main" id="{5BBE9FA6-F0E3-2A52-3A67-42E4F7C11DDD}"/>
                </a:ext>
              </a:extLst>
            </p:cNvPr>
            <p:cNvPicPr/>
            <p:nvPr/>
          </p:nvPicPr>
          <p:blipFill>
            <a:blip r:embed="rId3" cstate="print"/>
            <a:stretch>
              <a:fillRect/>
            </a:stretch>
          </p:blipFill>
          <p:spPr>
            <a:xfrm>
              <a:off x="1065212" y="199859"/>
              <a:ext cx="10744200" cy="6458318"/>
            </a:xfrm>
            <a:prstGeom prst="rect">
              <a:avLst/>
            </a:prstGeom>
          </p:spPr>
        </p:pic>
        <p:sp>
          <p:nvSpPr>
            <p:cNvPr id="10" name="object 4">
              <a:extLst>
                <a:ext uri="{FF2B5EF4-FFF2-40B4-BE49-F238E27FC236}">
                  <a16:creationId xmlns:a16="http://schemas.microsoft.com/office/drawing/2014/main" id="{3BF97420-B036-59FC-8D9E-95A49436E7E2}"/>
                </a:ext>
              </a:extLst>
            </p:cNvPr>
            <p:cNvSpPr/>
            <p:nvPr/>
          </p:nvSpPr>
          <p:spPr>
            <a:xfrm>
              <a:off x="1217612" y="1981200"/>
              <a:ext cx="3352800" cy="2667000"/>
            </a:xfrm>
            <a:custGeom>
              <a:avLst/>
              <a:gdLst/>
              <a:ahLst/>
              <a:cxnLst/>
              <a:rect l="l" t="t" r="r" b="b"/>
              <a:pathLst>
                <a:path w="3352800" h="2667000">
                  <a:moveTo>
                    <a:pt x="0" y="2667000"/>
                  </a:moveTo>
                  <a:lnTo>
                    <a:pt x="3352800" y="2667000"/>
                  </a:lnTo>
                  <a:lnTo>
                    <a:pt x="3352800" y="0"/>
                  </a:lnTo>
                  <a:lnTo>
                    <a:pt x="0" y="0"/>
                  </a:lnTo>
                  <a:lnTo>
                    <a:pt x="0" y="2667000"/>
                  </a:lnTo>
                  <a:close/>
                </a:path>
              </a:pathLst>
            </a:custGeom>
            <a:ln w="57150">
              <a:solidFill>
                <a:srgbClr val="B63B16"/>
              </a:solidFill>
            </a:ln>
          </p:spPr>
          <p:txBody>
            <a:bodyPr wrap="square" lIns="0" tIns="0" rIns="0" bIns="0" rtlCol="0"/>
            <a:lstStyle/>
            <a:p>
              <a:endParaRPr/>
            </a:p>
          </p:txBody>
        </p:sp>
      </p:grpSp>
    </p:spTree>
    <p:extLst>
      <p:ext uri="{BB962C8B-B14F-4D97-AF65-F5344CB8AC3E}">
        <p14:creationId xmlns:p14="http://schemas.microsoft.com/office/powerpoint/2010/main" val="1190469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A4F9B-7C98-3E41-E63B-B8DB3C3FC47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C619FD2-0A4C-6A84-5F73-2D3F60506612}"/>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Setup Microsoft </a:t>
            </a:r>
            <a:r>
              <a:rPr lang="en-US" sz="4000" dirty="0" err="1">
                <a:solidFill>
                  <a:srgbClr val="333333"/>
                </a:solidFill>
                <a:latin typeface="Calibri" panose="020F0502020204030204" pitchFamily="34" charset="0"/>
                <a:ea typeface="Calibri" panose="020F0502020204030204" pitchFamily="34" charset="0"/>
                <a:cs typeface="Calibri" panose="020F0502020204030204" pitchFamily="34" charset="0"/>
              </a:rPr>
              <a:t>sql</a:t>
            </a:r>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 server</a:t>
            </a:r>
          </a:p>
        </p:txBody>
      </p:sp>
      <p:grpSp>
        <p:nvGrpSpPr>
          <p:cNvPr id="2" name="object 2">
            <a:extLst>
              <a:ext uri="{FF2B5EF4-FFF2-40B4-BE49-F238E27FC236}">
                <a16:creationId xmlns:a16="http://schemas.microsoft.com/office/drawing/2014/main" id="{76D91E00-9C7F-2562-161E-A6AA9D85BCE8}"/>
              </a:ext>
            </a:extLst>
          </p:cNvPr>
          <p:cNvGrpSpPr/>
          <p:nvPr/>
        </p:nvGrpSpPr>
        <p:grpSpPr>
          <a:xfrm>
            <a:off x="1246908" y="1227397"/>
            <a:ext cx="9474921" cy="5241405"/>
            <a:chOff x="1065212" y="280822"/>
            <a:chExt cx="10820400" cy="6325235"/>
          </a:xfrm>
        </p:grpSpPr>
        <p:pic>
          <p:nvPicPr>
            <p:cNvPr id="3" name="object 3">
              <a:extLst>
                <a:ext uri="{FF2B5EF4-FFF2-40B4-BE49-F238E27FC236}">
                  <a16:creationId xmlns:a16="http://schemas.microsoft.com/office/drawing/2014/main" id="{FC03247E-ADE2-AE65-9999-2955F40471CE}"/>
                </a:ext>
              </a:extLst>
            </p:cNvPr>
            <p:cNvPicPr/>
            <p:nvPr/>
          </p:nvPicPr>
          <p:blipFill>
            <a:blip r:embed="rId3" cstate="print"/>
            <a:stretch>
              <a:fillRect/>
            </a:stretch>
          </p:blipFill>
          <p:spPr>
            <a:xfrm>
              <a:off x="1065212" y="280822"/>
              <a:ext cx="10820400" cy="6296393"/>
            </a:xfrm>
            <a:prstGeom prst="rect">
              <a:avLst/>
            </a:prstGeom>
          </p:spPr>
        </p:pic>
        <p:sp>
          <p:nvSpPr>
            <p:cNvPr id="5" name="object 4">
              <a:extLst>
                <a:ext uri="{FF2B5EF4-FFF2-40B4-BE49-F238E27FC236}">
                  <a16:creationId xmlns:a16="http://schemas.microsoft.com/office/drawing/2014/main" id="{7CFF5745-B9A3-9ED2-96D3-33D2386DB400}"/>
                </a:ext>
              </a:extLst>
            </p:cNvPr>
            <p:cNvSpPr/>
            <p:nvPr/>
          </p:nvSpPr>
          <p:spPr>
            <a:xfrm>
              <a:off x="10056748" y="6043828"/>
              <a:ext cx="1560830" cy="533400"/>
            </a:xfrm>
            <a:custGeom>
              <a:avLst/>
              <a:gdLst/>
              <a:ahLst/>
              <a:cxnLst/>
              <a:rect l="l" t="t" r="r" b="b"/>
              <a:pathLst>
                <a:path w="1560829" h="533400">
                  <a:moveTo>
                    <a:pt x="0" y="533400"/>
                  </a:moveTo>
                  <a:lnTo>
                    <a:pt x="1560576" y="533400"/>
                  </a:lnTo>
                  <a:lnTo>
                    <a:pt x="1560576" y="0"/>
                  </a:lnTo>
                  <a:lnTo>
                    <a:pt x="0" y="0"/>
                  </a:lnTo>
                  <a:lnTo>
                    <a:pt x="0" y="533400"/>
                  </a:lnTo>
                  <a:close/>
                </a:path>
              </a:pathLst>
            </a:custGeom>
            <a:ln w="57150">
              <a:solidFill>
                <a:srgbClr val="B63B16"/>
              </a:solidFill>
            </a:ln>
          </p:spPr>
          <p:txBody>
            <a:bodyPr wrap="square" lIns="0" tIns="0" rIns="0" bIns="0" rtlCol="0"/>
            <a:lstStyle/>
            <a:p>
              <a:endParaRPr/>
            </a:p>
          </p:txBody>
        </p:sp>
      </p:grpSp>
    </p:spTree>
    <p:extLst>
      <p:ext uri="{BB962C8B-B14F-4D97-AF65-F5344CB8AC3E}">
        <p14:creationId xmlns:p14="http://schemas.microsoft.com/office/powerpoint/2010/main" val="2108415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0E718-EF6F-4AFB-DAEA-6F69A6DEE8B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1A4E54F-CC53-4C72-8E70-911ADCCD1FA5}"/>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Setup Microsoft </a:t>
            </a:r>
            <a:r>
              <a:rPr lang="en-US" sz="4000" dirty="0" err="1">
                <a:solidFill>
                  <a:srgbClr val="333333"/>
                </a:solidFill>
                <a:latin typeface="Calibri" panose="020F0502020204030204" pitchFamily="34" charset="0"/>
                <a:ea typeface="Calibri" panose="020F0502020204030204" pitchFamily="34" charset="0"/>
                <a:cs typeface="Calibri" panose="020F0502020204030204" pitchFamily="34" charset="0"/>
              </a:rPr>
              <a:t>sql</a:t>
            </a:r>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 server</a:t>
            </a:r>
          </a:p>
        </p:txBody>
      </p:sp>
      <p:grpSp>
        <p:nvGrpSpPr>
          <p:cNvPr id="2" name="object 2">
            <a:extLst>
              <a:ext uri="{FF2B5EF4-FFF2-40B4-BE49-F238E27FC236}">
                <a16:creationId xmlns:a16="http://schemas.microsoft.com/office/drawing/2014/main" id="{A1DC50BE-B2BA-0F14-EB24-E4A45E389970}"/>
              </a:ext>
            </a:extLst>
          </p:cNvPr>
          <p:cNvGrpSpPr/>
          <p:nvPr/>
        </p:nvGrpSpPr>
        <p:grpSpPr>
          <a:xfrm>
            <a:off x="914400" y="964305"/>
            <a:ext cx="10136777" cy="5371181"/>
            <a:chOff x="1141412" y="380530"/>
            <a:chExt cx="10591800" cy="6097270"/>
          </a:xfrm>
        </p:grpSpPr>
        <p:pic>
          <p:nvPicPr>
            <p:cNvPr id="3" name="object 3">
              <a:extLst>
                <a:ext uri="{FF2B5EF4-FFF2-40B4-BE49-F238E27FC236}">
                  <a16:creationId xmlns:a16="http://schemas.microsoft.com/office/drawing/2014/main" id="{38B5C0E1-1027-0814-FB98-547BF492784A}"/>
                </a:ext>
              </a:extLst>
            </p:cNvPr>
            <p:cNvPicPr/>
            <p:nvPr/>
          </p:nvPicPr>
          <p:blipFill>
            <a:blip r:embed="rId3" cstate="print"/>
            <a:stretch>
              <a:fillRect/>
            </a:stretch>
          </p:blipFill>
          <p:spPr>
            <a:xfrm>
              <a:off x="1141412" y="380530"/>
              <a:ext cx="10591800" cy="6096889"/>
            </a:xfrm>
            <a:prstGeom prst="rect">
              <a:avLst/>
            </a:prstGeom>
          </p:spPr>
        </p:pic>
        <p:sp>
          <p:nvSpPr>
            <p:cNvPr id="5" name="object 4">
              <a:extLst>
                <a:ext uri="{FF2B5EF4-FFF2-40B4-BE49-F238E27FC236}">
                  <a16:creationId xmlns:a16="http://schemas.microsoft.com/office/drawing/2014/main" id="{FA73983D-CA99-F4DC-AC5A-41878A0ED07B}"/>
                </a:ext>
              </a:extLst>
            </p:cNvPr>
            <p:cNvSpPr/>
            <p:nvPr/>
          </p:nvSpPr>
          <p:spPr>
            <a:xfrm>
              <a:off x="9980548" y="5791199"/>
              <a:ext cx="1560830" cy="533400"/>
            </a:xfrm>
            <a:custGeom>
              <a:avLst/>
              <a:gdLst/>
              <a:ahLst/>
              <a:cxnLst/>
              <a:rect l="l" t="t" r="r" b="b"/>
              <a:pathLst>
                <a:path w="1560829" h="533400">
                  <a:moveTo>
                    <a:pt x="0" y="533400"/>
                  </a:moveTo>
                  <a:lnTo>
                    <a:pt x="1560576" y="533400"/>
                  </a:lnTo>
                  <a:lnTo>
                    <a:pt x="1560576" y="0"/>
                  </a:lnTo>
                  <a:lnTo>
                    <a:pt x="0" y="0"/>
                  </a:lnTo>
                  <a:lnTo>
                    <a:pt x="0" y="533400"/>
                  </a:lnTo>
                  <a:close/>
                </a:path>
              </a:pathLst>
            </a:custGeom>
            <a:ln w="57150">
              <a:solidFill>
                <a:srgbClr val="B63B16"/>
              </a:solidFill>
            </a:ln>
          </p:spPr>
          <p:txBody>
            <a:bodyPr wrap="square" lIns="0" tIns="0" rIns="0" bIns="0" rtlCol="0"/>
            <a:lstStyle/>
            <a:p>
              <a:endParaRPr/>
            </a:p>
          </p:txBody>
        </p:sp>
      </p:grpSp>
    </p:spTree>
    <p:extLst>
      <p:ext uri="{BB962C8B-B14F-4D97-AF65-F5344CB8AC3E}">
        <p14:creationId xmlns:p14="http://schemas.microsoft.com/office/powerpoint/2010/main" val="1722669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0B95D-2376-DDDD-9A61-66FD5066997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33BDB0A-DD43-6F4E-6E68-82F56AC9E637}"/>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Setup Microsoft </a:t>
            </a:r>
            <a:r>
              <a:rPr lang="en-US" sz="4000" dirty="0" err="1">
                <a:solidFill>
                  <a:srgbClr val="333333"/>
                </a:solidFill>
                <a:latin typeface="Calibri" panose="020F0502020204030204" pitchFamily="34" charset="0"/>
                <a:ea typeface="Calibri" panose="020F0502020204030204" pitchFamily="34" charset="0"/>
                <a:cs typeface="Calibri" panose="020F0502020204030204" pitchFamily="34" charset="0"/>
              </a:rPr>
              <a:t>sql</a:t>
            </a:r>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 server</a:t>
            </a:r>
          </a:p>
        </p:txBody>
      </p:sp>
      <p:grpSp>
        <p:nvGrpSpPr>
          <p:cNvPr id="2" name="object 2">
            <a:extLst>
              <a:ext uri="{FF2B5EF4-FFF2-40B4-BE49-F238E27FC236}">
                <a16:creationId xmlns:a16="http://schemas.microsoft.com/office/drawing/2014/main" id="{E390A014-967C-846F-EBA6-F157B11DDBB5}"/>
              </a:ext>
            </a:extLst>
          </p:cNvPr>
          <p:cNvGrpSpPr/>
          <p:nvPr/>
        </p:nvGrpSpPr>
        <p:grpSpPr>
          <a:xfrm>
            <a:off x="1080653" y="1047496"/>
            <a:ext cx="9880167" cy="5601208"/>
            <a:chOff x="1141412" y="490093"/>
            <a:chExt cx="10515600" cy="6139815"/>
          </a:xfrm>
        </p:grpSpPr>
        <p:pic>
          <p:nvPicPr>
            <p:cNvPr id="3" name="object 3">
              <a:extLst>
                <a:ext uri="{FF2B5EF4-FFF2-40B4-BE49-F238E27FC236}">
                  <a16:creationId xmlns:a16="http://schemas.microsoft.com/office/drawing/2014/main" id="{01D85584-387F-2321-376E-6126ED5C5300}"/>
                </a:ext>
              </a:extLst>
            </p:cNvPr>
            <p:cNvPicPr/>
            <p:nvPr/>
          </p:nvPicPr>
          <p:blipFill>
            <a:blip r:embed="rId3" cstate="print"/>
            <a:stretch>
              <a:fillRect/>
            </a:stretch>
          </p:blipFill>
          <p:spPr>
            <a:xfrm>
              <a:off x="1141412" y="490093"/>
              <a:ext cx="10515600" cy="6139307"/>
            </a:xfrm>
            <a:prstGeom prst="rect">
              <a:avLst/>
            </a:prstGeom>
          </p:spPr>
        </p:pic>
        <p:sp>
          <p:nvSpPr>
            <p:cNvPr id="5" name="object 4">
              <a:extLst>
                <a:ext uri="{FF2B5EF4-FFF2-40B4-BE49-F238E27FC236}">
                  <a16:creationId xmlns:a16="http://schemas.microsoft.com/office/drawing/2014/main" id="{28638E1C-7B5A-1468-E4F3-82A745BF88A3}"/>
                </a:ext>
              </a:extLst>
            </p:cNvPr>
            <p:cNvSpPr/>
            <p:nvPr/>
          </p:nvSpPr>
          <p:spPr>
            <a:xfrm>
              <a:off x="4189348" y="6019800"/>
              <a:ext cx="1828800" cy="533400"/>
            </a:xfrm>
            <a:custGeom>
              <a:avLst/>
              <a:gdLst/>
              <a:ahLst/>
              <a:cxnLst/>
              <a:rect l="l" t="t" r="r" b="b"/>
              <a:pathLst>
                <a:path w="1828800" h="533400">
                  <a:moveTo>
                    <a:pt x="0" y="533400"/>
                  </a:moveTo>
                  <a:lnTo>
                    <a:pt x="1828800" y="533400"/>
                  </a:lnTo>
                  <a:lnTo>
                    <a:pt x="1828800" y="0"/>
                  </a:lnTo>
                  <a:lnTo>
                    <a:pt x="0" y="0"/>
                  </a:lnTo>
                  <a:lnTo>
                    <a:pt x="0" y="533400"/>
                  </a:lnTo>
                  <a:close/>
                </a:path>
              </a:pathLst>
            </a:custGeom>
            <a:ln w="57150">
              <a:solidFill>
                <a:srgbClr val="B63B16"/>
              </a:solidFill>
            </a:ln>
          </p:spPr>
          <p:txBody>
            <a:bodyPr wrap="square" lIns="0" tIns="0" rIns="0" bIns="0" rtlCol="0"/>
            <a:lstStyle/>
            <a:p>
              <a:endParaRPr/>
            </a:p>
          </p:txBody>
        </p:sp>
      </p:grpSp>
    </p:spTree>
    <p:extLst>
      <p:ext uri="{BB962C8B-B14F-4D97-AF65-F5344CB8AC3E}">
        <p14:creationId xmlns:p14="http://schemas.microsoft.com/office/powerpoint/2010/main" val="346744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8F514-67AD-EB9E-1633-DEEB38B9474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2D7C090-4CA5-8F62-5778-26ED49B6C193}"/>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Install SQL server management studio(SSMS)</a:t>
            </a:r>
          </a:p>
        </p:txBody>
      </p:sp>
      <p:grpSp>
        <p:nvGrpSpPr>
          <p:cNvPr id="2" name="object 2">
            <a:extLst>
              <a:ext uri="{FF2B5EF4-FFF2-40B4-BE49-F238E27FC236}">
                <a16:creationId xmlns:a16="http://schemas.microsoft.com/office/drawing/2014/main" id="{42BB7B22-9728-651E-3D1D-D84F3DB26B3A}"/>
              </a:ext>
            </a:extLst>
          </p:cNvPr>
          <p:cNvGrpSpPr/>
          <p:nvPr/>
        </p:nvGrpSpPr>
        <p:grpSpPr>
          <a:xfrm>
            <a:off x="960910" y="977517"/>
            <a:ext cx="9880167" cy="5601208"/>
            <a:chOff x="1141412" y="490093"/>
            <a:chExt cx="10515600" cy="6139815"/>
          </a:xfrm>
        </p:grpSpPr>
        <p:pic>
          <p:nvPicPr>
            <p:cNvPr id="3" name="object 3">
              <a:extLst>
                <a:ext uri="{FF2B5EF4-FFF2-40B4-BE49-F238E27FC236}">
                  <a16:creationId xmlns:a16="http://schemas.microsoft.com/office/drawing/2014/main" id="{CC5A8BF1-1DC8-A8A7-F718-EAE6C79B1C1B}"/>
                </a:ext>
              </a:extLst>
            </p:cNvPr>
            <p:cNvPicPr/>
            <p:nvPr/>
          </p:nvPicPr>
          <p:blipFill>
            <a:blip r:embed="rId3" cstate="print"/>
            <a:stretch>
              <a:fillRect/>
            </a:stretch>
          </p:blipFill>
          <p:spPr>
            <a:xfrm>
              <a:off x="1141412" y="490093"/>
              <a:ext cx="10515600" cy="6139307"/>
            </a:xfrm>
            <a:prstGeom prst="rect">
              <a:avLst/>
            </a:prstGeom>
          </p:spPr>
        </p:pic>
        <p:sp>
          <p:nvSpPr>
            <p:cNvPr id="5" name="object 4">
              <a:extLst>
                <a:ext uri="{FF2B5EF4-FFF2-40B4-BE49-F238E27FC236}">
                  <a16:creationId xmlns:a16="http://schemas.microsoft.com/office/drawing/2014/main" id="{B51D575C-271F-4A35-00FE-BA18F9D609C6}"/>
                </a:ext>
              </a:extLst>
            </p:cNvPr>
            <p:cNvSpPr/>
            <p:nvPr/>
          </p:nvSpPr>
          <p:spPr>
            <a:xfrm>
              <a:off x="4189348" y="6019800"/>
              <a:ext cx="1828800" cy="533400"/>
            </a:xfrm>
            <a:custGeom>
              <a:avLst/>
              <a:gdLst/>
              <a:ahLst/>
              <a:cxnLst/>
              <a:rect l="l" t="t" r="r" b="b"/>
              <a:pathLst>
                <a:path w="1828800" h="533400">
                  <a:moveTo>
                    <a:pt x="0" y="533400"/>
                  </a:moveTo>
                  <a:lnTo>
                    <a:pt x="1828800" y="533400"/>
                  </a:lnTo>
                  <a:lnTo>
                    <a:pt x="1828800" y="0"/>
                  </a:lnTo>
                  <a:lnTo>
                    <a:pt x="0" y="0"/>
                  </a:lnTo>
                  <a:lnTo>
                    <a:pt x="0" y="533400"/>
                  </a:lnTo>
                  <a:close/>
                </a:path>
              </a:pathLst>
            </a:custGeom>
            <a:ln w="57150">
              <a:solidFill>
                <a:srgbClr val="B63B16"/>
              </a:solidFill>
            </a:ln>
          </p:spPr>
          <p:txBody>
            <a:bodyPr wrap="square" lIns="0" tIns="0" rIns="0" bIns="0" rtlCol="0"/>
            <a:lstStyle/>
            <a:p>
              <a:endParaRPr/>
            </a:p>
          </p:txBody>
        </p:sp>
      </p:grpSp>
      <p:sp>
        <p:nvSpPr>
          <p:cNvPr id="6" name="Rectangle 5">
            <a:extLst>
              <a:ext uri="{FF2B5EF4-FFF2-40B4-BE49-F238E27FC236}">
                <a16:creationId xmlns:a16="http://schemas.microsoft.com/office/drawing/2014/main" id="{59D2C0F9-9399-15E1-D5BE-C5CEE9D52801}"/>
              </a:ext>
            </a:extLst>
          </p:cNvPr>
          <p:cNvSpPr/>
          <p:nvPr/>
        </p:nvSpPr>
        <p:spPr>
          <a:xfrm>
            <a:off x="7289937" y="6111134"/>
            <a:ext cx="1641763" cy="467591"/>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9980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7FE90-92BB-6435-9ACF-74ECE832C7E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C577C05-7269-D520-F170-80FE45AA288A}"/>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Install SQL server management studio(SSMS)</a:t>
            </a:r>
          </a:p>
        </p:txBody>
      </p:sp>
      <p:pic>
        <p:nvPicPr>
          <p:cNvPr id="7" name="object 3">
            <a:extLst>
              <a:ext uri="{FF2B5EF4-FFF2-40B4-BE49-F238E27FC236}">
                <a16:creationId xmlns:a16="http://schemas.microsoft.com/office/drawing/2014/main" id="{42C5363F-26F4-C68E-0902-83E49543988F}"/>
              </a:ext>
            </a:extLst>
          </p:cNvPr>
          <p:cNvPicPr/>
          <p:nvPr/>
        </p:nvPicPr>
        <p:blipFill>
          <a:blip r:embed="rId3" cstate="print"/>
          <a:stretch>
            <a:fillRect/>
          </a:stretch>
        </p:blipFill>
        <p:spPr>
          <a:xfrm>
            <a:off x="800100" y="1240996"/>
            <a:ext cx="10591800" cy="4998593"/>
          </a:xfrm>
          <a:prstGeom prst="rect">
            <a:avLst/>
          </a:prstGeom>
        </p:spPr>
      </p:pic>
      <p:sp>
        <p:nvSpPr>
          <p:cNvPr id="8" name="object 4">
            <a:extLst>
              <a:ext uri="{FF2B5EF4-FFF2-40B4-BE49-F238E27FC236}">
                <a16:creationId xmlns:a16="http://schemas.microsoft.com/office/drawing/2014/main" id="{F57A847C-3598-49DB-17EB-EB5012422524}"/>
              </a:ext>
            </a:extLst>
          </p:cNvPr>
          <p:cNvSpPr/>
          <p:nvPr/>
        </p:nvSpPr>
        <p:spPr>
          <a:xfrm>
            <a:off x="3514434" y="4332515"/>
            <a:ext cx="1371600" cy="533400"/>
          </a:xfrm>
          <a:custGeom>
            <a:avLst/>
            <a:gdLst/>
            <a:ahLst/>
            <a:cxnLst/>
            <a:rect l="l" t="t" r="r" b="b"/>
            <a:pathLst>
              <a:path w="1371600" h="533400">
                <a:moveTo>
                  <a:pt x="0" y="533400"/>
                </a:moveTo>
                <a:lnTo>
                  <a:pt x="1371600" y="533400"/>
                </a:lnTo>
                <a:lnTo>
                  <a:pt x="1371600" y="0"/>
                </a:lnTo>
                <a:lnTo>
                  <a:pt x="0" y="0"/>
                </a:lnTo>
                <a:lnTo>
                  <a:pt x="0" y="533400"/>
                </a:lnTo>
                <a:close/>
              </a:path>
            </a:pathLst>
          </a:custGeom>
          <a:ln w="57150">
            <a:solidFill>
              <a:srgbClr val="C00000"/>
            </a:solidFill>
          </a:ln>
        </p:spPr>
        <p:txBody>
          <a:bodyPr wrap="square" lIns="0" tIns="0" rIns="0" bIns="0" rtlCol="0"/>
          <a:lstStyle/>
          <a:p>
            <a:endParaRPr/>
          </a:p>
        </p:txBody>
      </p:sp>
    </p:spTree>
    <p:extLst>
      <p:ext uri="{BB962C8B-B14F-4D97-AF65-F5344CB8AC3E}">
        <p14:creationId xmlns:p14="http://schemas.microsoft.com/office/powerpoint/2010/main" val="4175591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C9EF1-ACC7-585E-BB71-8BDB95E696F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4CE890F-B89B-6E6B-1A03-13A293203B90}"/>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Install SQL server management studio(SSMS)</a:t>
            </a:r>
          </a:p>
        </p:txBody>
      </p:sp>
      <p:grpSp>
        <p:nvGrpSpPr>
          <p:cNvPr id="2" name="object 2">
            <a:extLst>
              <a:ext uri="{FF2B5EF4-FFF2-40B4-BE49-F238E27FC236}">
                <a16:creationId xmlns:a16="http://schemas.microsoft.com/office/drawing/2014/main" id="{15EBCBB0-CAB8-43ED-E63C-B51879F916FB}"/>
              </a:ext>
            </a:extLst>
          </p:cNvPr>
          <p:cNvGrpSpPr/>
          <p:nvPr/>
        </p:nvGrpSpPr>
        <p:grpSpPr>
          <a:xfrm>
            <a:off x="1208314" y="1224643"/>
            <a:ext cx="9229434" cy="5246914"/>
            <a:chOff x="1283588" y="457200"/>
            <a:chExt cx="10601960" cy="5943600"/>
          </a:xfrm>
        </p:grpSpPr>
        <p:pic>
          <p:nvPicPr>
            <p:cNvPr id="3" name="object 3">
              <a:extLst>
                <a:ext uri="{FF2B5EF4-FFF2-40B4-BE49-F238E27FC236}">
                  <a16:creationId xmlns:a16="http://schemas.microsoft.com/office/drawing/2014/main" id="{2E46DA6E-C6E0-67DE-7BE9-B9D7EE073209}"/>
                </a:ext>
              </a:extLst>
            </p:cNvPr>
            <p:cNvPicPr/>
            <p:nvPr/>
          </p:nvPicPr>
          <p:blipFill>
            <a:blip r:embed="rId3" cstate="print"/>
            <a:stretch>
              <a:fillRect/>
            </a:stretch>
          </p:blipFill>
          <p:spPr>
            <a:xfrm>
              <a:off x="1283588" y="457200"/>
              <a:ext cx="10601960" cy="5943600"/>
            </a:xfrm>
            <a:prstGeom prst="rect">
              <a:avLst/>
            </a:prstGeom>
          </p:spPr>
        </p:pic>
        <p:sp>
          <p:nvSpPr>
            <p:cNvPr id="5" name="object 4">
              <a:extLst>
                <a:ext uri="{FF2B5EF4-FFF2-40B4-BE49-F238E27FC236}">
                  <a16:creationId xmlns:a16="http://schemas.microsoft.com/office/drawing/2014/main" id="{8997EE7F-9B52-5E9C-C1CF-4875484F4FC4}"/>
                </a:ext>
              </a:extLst>
            </p:cNvPr>
            <p:cNvSpPr/>
            <p:nvPr/>
          </p:nvSpPr>
          <p:spPr>
            <a:xfrm>
              <a:off x="4494149" y="1219200"/>
              <a:ext cx="5562600" cy="533400"/>
            </a:xfrm>
            <a:custGeom>
              <a:avLst/>
              <a:gdLst/>
              <a:ahLst/>
              <a:cxnLst/>
              <a:rect l="l" t="t" r="r" b="b"/>
              <a:pathLst>
                <a:path w="5562600" h="533400">
                  <a:moveTo>
                    <a:pt x="0" y="533400"/>
                  </a:moveTo>
                  <a:lnTo>
                    <a:pt x="5562600" y="533400"/>
                  </a:lnTo>
                  <a:lnTo>
                    <a:pt x="5562600" y="0"/>
                  </a:lnTo>
                  <a:lnTo>
                    <a:pt x="0" y="0"/>
                  </a:lnTo>
                  <a:lnTo>
                    <a:pt x="0" y="533400"/>
                  </a:lnTo>
                  <a:close/>
                </a:path>
              </a:pathLst>
            </a:custGeom>
            <a:ln w="57150">
              <a:solidFill>
                <a:srgbClr val="C00000"/>
              </a:solidFill>
            </a:ln>
          </p:spPr>
          <p:txBody>
            <a:bodyPr wrap="square" lIns="0" tIns="0" rIns="0" bIns="0" rtlCol="0"/>
            <a:lstStyle/>
            <a:p>
              <a:endParaRPr/>
            </a:p>
          </p:txBody>
        </p:sp>
      </p:grpSp>
    </p:spTree>
    <p:extLst>
      <p:ext uri="{BB962C8B-B14F-4D97-AF65-F5344CB8AC3E}">
        <p14:creationId xmlns:p14="http://schemas.microsoft.com/office/powerpoint/2010/main" val="1923776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81682-CC3E-CCB8-E59B-3A8B10DE784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4B00379-BD05-FD0C-77C8-6405C50C760C}"/>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Install SQL server management studio(SSMS)</a:t>
            </a:r>
          </a:p>
        </p:txBody>
      </p:sp>
      <p:grpSp>
        <p:nvGrpSpPr>
          <p:cNvPr id="6" name="object 2">
            <a:extLst>
              <a:ext uri="{FF2B5EF4-FFF2-40B4-BE49-F238E27FC236}">
                <a16:creationId xmlns:a16="http://schemas.microsoft.com/office/drawing/2014/main" id="{A9F5ED99-7190-26FF-87F6-20E52104F41C}"/>
              </a:ext>
            </a:extLst>
          </p:cNvPr>
          <p:cNvGrpSpPr/>
          <p:nvPr/>
        </p:nvGrpSpPr>
        <p:grpSpPr>
          <a:xfrm>
            <a:off x="1257300" y="1006928"/>
            <a:ext cx="10134600" cy="5682343"/>
            <a:chOff x="912812" y="554647"/>
            <a:chExt cx="10820400" cy="5991860"/>
          </a:xfrm>
        </p:grpSpPr>
        <p:pic>
          <p:nvPicPr>
            <p:cNvPr id="7" name="object 3">
              <a:extLst>
                <a:ext uri="{FF2B5EF4-FFF2-40B4-BE49-F238E27FC236}">
                  <a16:creationId xmlns:a16="http://schemas.microsoft.com/office/drawing/2014/main" id="{328FBCC7-4A0B-2526-BA73-760CAC2D46E8}"/>
                </a:ext>
              </a:extLst>
            </p:cNvPr>
            <p:cNvPicPr/>
            <p:nvPr/>
          </p:nvPicPr>
          <p:blipFill>
            <a:blip r:embed="rId3" cstate="print"/>
            <a:stretch>
              <a:fillRect/>
            </a:stretch>
          </p:blipFill>
          <p:spPr>
            <a:xfrm>
              <a:off x="912812" y="554647"/>
              <a:ext cx="10820400" cy="5991606"/>
            </a:xfrm>
            <a:prstGeom prst="rect">
              <a:avLst/>
            </a:prstGeom>
          </p:spPr>
        </p:pic>
        <p:sp>
          <p:nvSpPr>
            <p:cNvPr id="8" name="object 4">
              <a:extLst>
                <a:ext uri="{FF2B5EF4-FFF2-40B4-BE49-F238E27FC236}">
                  <a16:creationId xmlns:a16="http://schemas.microsoft.com/office/drawing/2014/main" id="{D02D113B-93FB-A3BE-152D-6310529B2695}"/>
                </a:ext>
              </a:extLst>
            </p:cNvPr>
            <p:cNvSpPr/>
            <p:nvPr/>
          </p:nvSpPr>
          <p:spPr>
            <a:xfrm>
              <a:off x="4228084" y="5769965"/>
              <a:ext cx="1877695" cy="533400"/>
            </a:xfrm>
            <a:custGeom>
              <a:avLst/>
              <a:gdLst/>
              <a:ahLst/>
              <a:cxnLst/>
              <a:rect l="l" t="t" r="r" b="b"/>
              <a:pathLst>
                <a:path w="1877695" h="533400">
                  <a:moveTo>
                    <a:pt x="0" y="533400"/>
                  </a:moveTo>
                  <a:lnTo>
                    <a:pt x="1877187" y="533400"/>
                  </a:lnTo>
                  <a:lnTo>
                    <a:pt x="1877187" y="0"/>
                  </a:lnTo>
                  <a:lnTo>
                    <a:pt x="0" y="0"/>
                  </a:lnTo>
                  <a:lnTo>
                    <a:pt x="0" y="533400"/>
                  </a:lnTo>
                  <a:close/>
                </a:path>
              </a:pathLst>
            </a:custGeom>
            <a:ln w="57150">
              <a:solidFill>
                <a:srgbClr val="C00000"/>
              </a:solidFill>
            </a:ln>
          </p:spPr>
          <p:txBody>
            <a:bodyPr wrap="square" lIns="0" tIns="0" rIns="0" bIns="0" rtlCol="0"/>
            <a:lstStyle/>
            <a:p>
              <a:endParaRPr/>
            </a:p>
          </p:txBody>
        </p:sp>
      </p:grpSp>
    </p:spTree>
    <p:extLst>
      <p:ext uri="{BB962C8B-B14F-4D97-AF65-F5344CB8AC3E}">
        <p14:creationId xmlns:p14="http://schemas.microsoft.com/office/powerpoint/2010/main" val="1914358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3297-AC65-F610-AE38-2264E95BCCF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CF252FB-F06E-4138-0C8B-8327F006B12D}"/>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Install SQL server management studio(SSMS)</a:t>
            </a:r>
          </a:p>
        </p:txBody>
      </p:sp>
      <p:grpSp>
        <p:nvGrpSpPr>
          <p:cNvPr id="2" name="object 2">
            <a:extLst>
              <a:ext uri="{FF2B5EF4-FFF2-40B4-BE49-F238E27FC236}">
                <a16:creationId xmlns:a16="http://schemas.microsoft.com/office/drawing/2014/main" id="{229AD395-9EC3-EDF8-078D-E7A4B839395D}"/>
              </a:ext>
            </a:extLst>
          </p:cNvPr>
          <p:cNvGrpSpPr/>
          <p:nvPr/>
        </p:nvGrpSpPr>
        <p:grpSpPr>
          <a:xfrm>
            <a:off x="952500" y="1004570"/>
            <a:ext cx="10287000" cy="5687060"/>
            <a:chOff x="989012" y="637794"/>
            <a:chExt cx="10287000" cy="5687060"/>
          </a:xfrm>
        </p:grpSpPr>
        <p:pic>
          <p:nvPicPr>
            <p:cNvPr id="3" name="object 3">
              <a:extLst>
                <a:ext uri="{FF2B5EF4-FFF2-40B4-BE49-F238E27FC236}">
                  <a16:creationId xmlns:a16="http://schemas.microsoft.com/office/drawing/2014/main" id="{630057A9-24E5-C539-28BB-15AA7589EED7}"/>
                </a:ext>
              </a:extLst>
            </p:cNvPr>
            <p:cNvPicPr/>
            <p:nvPr/>
          </p:nvPicPr>
          <p:blipFill>
            <a:blip r:embed="rId3" cstate="print"/>
            <a:stretch>
              <a:fillRect/>
            </a:stretch>
          </p:blipFill>
          <p:spPr>
            <a:xfrm>
              <a:off x="989012" y="637794"/>
              <a:ext cx="10287000" cy="5686806"/>
            </a:xfrm>
            <a:prstGeom prst="rect">
              <a:avLst/>
            </a:prstGeom>
          </p:spPr>
        </p:pic>
        <p:sp>
          <p:nvSpPr>
            <p:cNvPr id="5" name="object 4">
              <a:extLst>
                <a:ext uri="{FF2B5EF4-FFF2-40B4-BE49-F238E27FC236}">
                  <a16:creationId xmlns:a16="http://schemas.microsoft.com/office/drawing/2014/main" id="{E91FC387-5C24-1F07-EB0A-CA0129075111}"/>
                </a:ext>
              </a:extLst>
            </p:cNvPr>
            <p:cNvSpPr/>
            <p:nvPr/>
          </p:nvSpPr>
          <p:spPr>
            <a:xfrm>
              <a:off x="5408548" y="5486400"/>
              <a:ext cx="1752600" cy="533400"/>
            </a:xfrm>
            <a:custGeom>
              <a:avLst/>
              <a:gdLst/>
              <a:ahLst/>
              <a:cxnLst/>
              <a:rect l="l" t="t" r="r" b="b"/>
              <a:pathLst>
                <a:path w="1752600" h="533400">
                  <a:moveTo>
                    <a:pt x="0" y="533400"/>
                  </a:moveTo>
                  <a:lnTo>
                    <a:pt x="1752600" y="533400"/>
                  </a:lnTo>
                  <a:lnTo>
                    <a:pt x="1752600" y="0"/>
                  </a:lnTo>
                  <a:lnTo>
                    <a:pt x="0" y="0"/>
                  </a:lnTo>
                  <a:lnTo>
                    <a:pt x="0" y="533400"/>
                  </a:lnTo>
                  <a:close/>
                </a:path>
              </a:pathLst>
            </a:custGeom>
            <a:ln w="57150">
              <a:solidFill>
                <a:srgbClr val="C00000"/>
              </a:solidFill>
            </a:ln>
          </p:spPr>
          <p:txBody>
            <a:bodyPr wrap="square" lIns="0" tIns="0" rIns="0" bIns="0" rtlCol="0"/>
            <a:lstStyle/>
            <a:p>
              <a:endParaRPr/>
            </a:p>
          </p:txBody>
        </p:sp>
      </p:grpSp>
    </p:spTree>
    <p:extLst>
      <p:ext uri="{BB962C8B-B14F-4D97-AF65-F5344CB8AC3E}">
        <p14:creationId xmlns:p14="http://schemas.microsoft.com/office/powerpoint/2010/main" val="37252912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B6C3E-1658-F253-2506-452FE7700BC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F121F34-C715-F687-A723-E7664EBEC58E}"/>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Install SQL server management studio(SSMS)</a:t>
            </a:r>
          </a:p>
        </p:txBody>
      </p:sp>
      <p:grpSp>
        <p:nvGrpSpPr>
          <p:cNvPr id="2" name="object 2">
            <a:extLst>
              <a:ext uri="{FF2B5EF4-FFF2-40B4-BE49-F238E27FC236}">
                <a16:creationId xmlns:a16="http://schemas.microsoft.com/office/drawing/2014/main" id="{1BF3ECA0-B512-68EC-2DE2-E5988ED292F4}"/>
              </a:ext>
            </a:extLst>
          </p:cNvPr>
          <p:cNvGrpSpPr/>
          <p:nvPr/>
        </p:nvGrpSpPr>
        <p:grpSpPr>
          <a:xfrm>
            <a:off x="952500" y="1004570"/>
            <a:ext cx="10287000" cy="5687060"/>
            <a:chOff x="989012" y="637794"/>
            <a:chExt cx="10287000" cy="5687060"/>
          </a:xfrm>
        </p:grpSpPr>
        <p:pic>
          <p:nvPicPr>
            <p:cNvPr id="3" name="object 3">
              <a:extLst>
                <a:ext uri="{FF2B5EF4-FFF2-40B4-BE49-F238E27FC236}">
                  <a16:creationId xmlns:a16="http://schemas.microsoft.com/office/drawing/2014/main" id="{EEDFBD23-3C7D-A1E8-9660-E70638A99409}"/>
                </a:ext>
              </a:extLst>
            </p:cNvPr>
            <p:cNvPicPr/>
            <p:nvPr/>
          </p:nvPicPr>
          <p:blipFill>
            <a:blip r:embed="rId3" cstate="print"/>
            <a:stretch>
              <a:fillRect/>
            </a:stretch>
          </p:blipFill>
          <p:spPr>
            <a:xfrm>
              <a:off x="989012" y="637794"/>
              <a:ext cx="10287000" cy="5686806"/>
            </a:xfrm>
            <a:prstGeom prst="rect">
              <a:avLst/>
            </a:prstGeom>
          </p:spPr>
        </p:pic>
        <p:sp>
          <p:nvSpPr>
            <p:cNvPr id="5" name="object 4">
              <a:extLst>
                <a:ext uri="{FF2B5EF4-FFF2-40B4-BE49-F238E27FC236}">
                  <a16:creationId xmlns:a16="http://schemas.microsoft.com/office/drawing/2014/main" id="{76BD4D2F-5595-2983-4E01-9F03DF390D2A}"/>
                </a:ext>
              </a:extLst>
            </p:cNvPr>
            <p:cNvSpPr/>
            <p:nvPr/>
          </p:nvSpPr>
          <p:spPr>
            <a:xfrm>
              <a:off x="5408548" y="5486400"/>
              <a:ext cx="1752600" cy="533400"/>
            </a:xfrm>
            <a:custGeom>
              <a:avLst/>
              <a:gdLst/>
              <a:ahLst/>
              <a:cxnLst/>
              <a:rect l="l" t="t" r="r" b="b"/>
              <a:pathLst>
                <a:path w="1752600" h="533400">
                  <a:moveTo>
                    <a:pt x="0" y="533400"/>
                  </a:moveTo>
                  <a:lnTo>
                    <a:pt x="1752600" y="533400"/>
                  </a:lnTo>
                  <a:lnTo>
                    <a:pt x="1752600" y="0"/>
                  </a:lnTo>
                  <a:lnTo>
                    <a:pt x="0" y="0"/>
                  </a:lnTo>
                  <a:lnTo>
                    <a:pt x="0" y="533400"/>
                  </a:lnTo>
                  <a:close/>
                </a:path>
              </a:pathLst>
            </a:custGeom>
            <a:ln w="57150">
              <a:solidFill>
                <a:srgbClr val="C00000"/>
              </a:solidFill>
            </a:ln>
          </p:spPr>
          <p:txBody>
            <a:bodyPr wrap="square" lIns="0" tIns="0" rIns="0" bIns="0" rtlCol="0"/>
            <a:lstStyle/>
            <a:p>
              <a:endParaRPr/>
            </a:p>
          </p:txBody>
        </p:sp>
      </p:grpSp>
    </p:spTree>
    <p:extLst>
      <p:ext uri="{BB962C8B-B14F-4D97-AF65-F5344CB8AC3E}">
        <p14:creationId xmlns:p14="http://schemas.microsoft.com/office/powerpoint/2010/main" val="2662819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084F5-FB82-ECF9-08B5-33061B9C49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75616E8-C1D2-7516-592F-8BC44E14A4D2}"/>
              </a:ext>
            </a:extLst>
          </p:cNvPr>
          <p:cNvSpPr/>
          <p:nvPr/>
        </p:nvSpPr>
        <p:spPr>
          <a:xfrm>
            <a:off x="0" y="0"/>
            <a:ext cx="12192000" cy="843280"/>
          </a:xfrm>
          <a:prstGeom prst="rect">
            <a:avLst/>
          </a:prstGeom>
          <a:gradFill>
            <a:gsLst>
              <a:gs pos="0">
                <a:srgbClr val="008EF8"/>
              </a:gs>
              <a:gs pos="100000">
                <a:srgbClr val="5FBBFF"/>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sz="4000" dirty="0">
                <a:solidFill>
                  <a:srgbClr val="333333"/>
                </a:solidFill>
                <a:latin typeface="Calibri" panose="020F0502020204030204" pitchFamily="34" charset="0"/>
                <a:ea typeface="Calibri" panose="020F0502020204030204" pitchFamily="34" charset="0"/>
                <a:cs typeface="Calibri" panose="020F0502020204030204" pitchFamily="34" charset="0"/>
              </a:rPr>
              <a:t>Install SQL server management studio(SSMS)</a:t>
            </a:r>
          </a:p>
        </p:txBody>
      </p:sp>
      <p:grpSp>
        <p:nvGrpSpPr>
          <p:cNvPr id="6" name="object 2">
            <a:extLst>
              <a:ext uri="{FF2B5EF4-FFF2-40B4-BE49-F238E27FC236}">
                <a16:creationId xmlns:a16="http://schemas.microsoft.com/office/drawing/2014/main" id="{8766471C-ABFD-12A6-412F-7D20E74831B3}"/>
              </a:ext>
            </a:extLst>
          </p:cNvPr>
          <p:cNvGrpSpPr/>
          <p:nvPr/>
        </p:nvGrpSpPr>
        <p:grpSpPr>
          <a:xfrm>
            <a:off x="1632858" y="1001486"/>
            <a:ext cx="9162732" cy="5183414"/>
            <a:chOff x="1065212" y="152400"/>
            <a:chExt cx="10535920" cy="6261100"/>
          </a:xfrm>
        </p:grpSpPr>
        <p:pic>
          <p:nvPicPr>
            <p:cNvPr id="7" name="object 3">
              <a:extLst>
                <a:ext uri="{FF2B5EF4-FFF2-40B4-BE49-F238E27FC236}">
                  <a16:creationId xmlns:a16="http://schemas.microsoft.com/office/drawing/2014/main" id="{52A8FBD6-559A-D4B7-DDD6-B5A8D7CFEC5F}"/>
                </a:ext>
              </a:extLst>
            </p:cNvPr>
            <p:cNvPicPr/>
            <p:nvPr/>
          </p:nvPicPr>
          <p:blipFill>
            <a:blip r:embed="rId3" cstate="print"/>
            <a:stretch>
              <a:fillRect/>
            </a:stretch>
          </p:blipFill>
          <p:spPr>
            <a:xfrm>
              <a:off x="1065212" y="152400"/>
              <a:ext cx="10535412" cy="6261100"/>
            </a:xfrm>
            <a:prstGeom prst="rect">
              <a:avLst/>
            </a:prstGeom>
          </p:spPr>
        </p:pic>
        <p:sp>
          <p:nvSpPr>
            <p:cNvPr id="8" name="object 4">
              <a:extLst>
                <a:ext uri="{FF2B5EF4-FFF2-40B4-BE49-F238E27FC236}">
                  <a16:creationId xmlns:a16="http://schemas.microsoft.com/office/drawing/2014/main" id="{A5F83080-5C06-FF38-F670-7E0E260819D4}"/>
                </a:ext>
              </a:extLst>
            </p:cNvPr>
            <p:cNvSpPr/>
            <p:nvPr/>
          </p:nvSpPr>
          <p:spPr>
            <a:xfrm>
              <a:off x="4113148" y="4495800"/>
              <a:ext cx="4953000" cy="381000"/>
            </a:xfrm>
            <a:custGeom>
              <a:avLst/>
              <a:gdLst/>
              <a:ahLst/>
              <a:cxnLst/>
              <a:rect l="l" t="t" r="r" b="b"/>
              <a:pathLst>
                <a:path w="4953000" h="381000">
                  <a:moveTo>
                    <a:pt x="0" y="381000"/>
                  </a:moveTo>
                  <a:lnTo>
                    <a:pt x="4953000" y="381000"/>
                  </a:lnTo>
                  <a:lnTo>
                    <a:pt x="4953000" y="0"/>
                  </a:lnTo>
                  <a:lnTo>
                    <a:pt x="0" y="0"/>
                  </a:lnTo>
                  <a:lnTo>
                    <a:pt x="0" y="381000"/>
                  </a:lnTo>
                  <a:close/>
                </a:path>
              </a:pathLst>
            </a:custGeom>
            <a:ln w="57150">
              <a:solidFill>
                <a:srgbClr val="C00000"/>
              </a:solidFill>
            </a:ln>
          </p:spPr>
          <p:txBody>
            <a:bodyPr wrap="square" lIns="0" tIns="0" rIns="0" bIns="0" rtlCol="0"/>
            <a:lstStyle/>
            <a:p>
              <a:endParaRPr/>
            </a:p>
          </p:txBody>
        </p:sp>
      </p:grpSp>
    </p:spTree>
    <p:extLst>
      <p:ext uri="{BB962C8B-B14F-4D97-AF65-F5344CB8AC3E}">
        <p14:creationId xmlns:p14="http://schemas.microsoft.com/office/powerpoint/2010/main" val="30390503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385E356-1F37-43D7-AF19-FD9009245A5C}">
  <we:reference id="wa104381909" version="3.12.0.0" store="en-US" storeType="OMEX"/>
  <we:alternateReferences>
    <we:reference id="wa104381909" version="3.12.0.0"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5848</TotalTime>
  <Words>1132</Words>
  <Application>Microsoft Office PowerPoint</Application>
  <PresentationFormat>Widescreen</PresentationFormat>
  <Paragraphs>143</Paragraphs>
  <Slides>23</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Calibri</vt:lpstr>
      <vt:lpstr>Office Theme</vt:lpstr>
      <vt:lpstr>Section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AbdElrahman Ahmed Rabea</dc:creator>
  <cp:lastModifiedBy>AbdElrahman Ahmed Rabea</cp:lastModifiedBy>
  <cp:revision>50</cp:revision>
  <dcterms:created xsi:type="dcterms:W3CDTF">2024-10-08T16:38:53Z</dcterms:created>
  <dcterms:modified xsi:type="dcterms:W3CDTF">2025-03-08T09:04:09Z</dcterms:modified>
</cp:coreProperties>
</file>